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522e1288274eaa" /><Relationship Type="http://schemas.openxmlformats.org/officeDocument/2006/relationships/extended-properties" Target="/docProps/app.xml" Id="Rf7b777ad013a4eb1" /><Relationship Type="http://schemas.openxmlformats.org/officeDocument/2006/relationships/officeDocument" Target="/ppt/presentation.xml" Id="R1d52bec8d61c4cfc" /></Relationships>
</file>

<file path=ppt/presentation.xml><?xml version="1.0" encoding="utf-8"?>
<p:presentation xmlns:p="http://schemas.openxmlformats.org/presentationml/2006/main">
  <p:sldMasterIdLst>
    <p:sldMasterId xmlns:r="http://schemas.openxmlformats.org/officeDocument/2006/relationships" id="2147483648" r:id="Rc8a4e3a562644c46"/>
  </p:sldMasterIdLst>
  <p:notesMasterIdLst>
    <p:notesMasterId xmlns:r="http://schemas.openxmlformats.org/officeDocument/2006/relationships" r:id="Rbc83ee10efcb47f2"/>
  </p:notesMasterIdLst>
  <p:sldIdLst>
    <p:sldId xmlns:r="http://schemas.openxmlformats.org/officeDocument/2006/relationships" id="256" r:id="R57c89145b6b547e7"/>
    <p:sldId xmlns:r="http://schemas.openxmlformats.org/officeDocument/2006/relationships" id="257" r:id="R4db8a6633c294fb1"/>
    <p:sldId xmlns:r="http://schemas.openxmlformats.org/officeDocument/2006/relationships" id="258" r:id="R0cab8e2da56e47c7"/>
    <p:sldId xmlns:r="http://schemas.openxmlformats.org/officeDocument/2006/relationships" id="259" r:id="Rb36880a5394642cc"/>
    <p:sldId xmlns:r="http://schemas.openxmlformats.org/officeDocument/2006/relationships" id="260" r:id="Rb7cf2302578c43c8"/>
    <p:sldId xmlns:r="http://schemas.openxmlformats.org/officeDocument/2006/relationships" id="261" r:id="Re81f8cf0c50f493f"/>
    <p:sldId xmlns:r="http://schemas.openxmlformats.org/officeDocument/2006/relationships" id="262" r:id="Re4e51b9d10b04063"/>
    <p:sldId xmlns:r="http://schemas.openxmlformats.org/officeDocument/2006/relationships" id="263" r:id="R4d6cd408cee148c7"/>
    <p:sldId xmlns:r="http://schemas.openxmlformats.org/officeDocument/2006/relationships" id="264" r:id="R4b24af1f045d489f"/>
    <p:sldId xmlns:r="http://schemas.openxmlformats.org/officeDocument/2006/relationships" id="265" r:id="R165d1726ebf44d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f54e5ec2364c4c" /><Relationship Type="http://schemas.openxmlformats.org/officeDocument/2006/relationships/slideMaster" Target="/ppt/slideMasters/slideMaster1.xml" Id="Rc8a4e3a562644c46" /><Relationship Type="http://schemas.openxmlformats.org/officeDocument/2006/relationships/notesMaster" Target="/ppt/notesMasters/notesMaster1.xml" Id="Rbc83ee10efcb47f2" /><Relationship Type="http://schemas.openxmlformats.org/officeDocument/2006/relationships/presProps" Target="/ppt/presProps.xml" Id="R48591880af794faa" /><Relationship Type="http://schemas.openxmlformats.org/officeDocument/2006/relationships/tableStyles" Target="/ppt/tableStyles.xml" Id="Raab04e323b264506" /><Relationship Type="http://schemas.openxmlformats.org/officeDocument/2006/relationships/slide" Target="/ppt/slides/slide1.xml" Id="R57c89145b6b547e7" /><Relationship Type="http://schemas.openxmlformats.org/officeDocument/2006/relationships/slide" Target="/ppt/slides/slide2.xml" Id="R4db8a6633c294fb1" /><Relationship Type="http://schemas.openxmlformats.org/officeDocument/2006/relationships/slide" Target="/ppt/slides/slide3.xml" Id="R0cab8e2da56e47c7" /><Relationship Type="http://schemas.openxmlformats.org/officeDocument/2006/relationships/slide" Target="/ppt/slides/slide4.xml" Id="Rb36880a5394642cc" /><Relationship Type="http://schemas.openxmlformats.org/officeDocument/2006/relationships/slide" Target="/ppt/slides/slide5.xml" Id="Rb7cf2302578c43c8" /><Relationship Type="http://schemas.openxmlformats.org/officeDocument/2006/relationships/slide" Target="/ppt/slides/slide6.xml" Id="Re81f8cf0c50f493f" /><Relationship Type="http://schemas.openxmlformats.org/officeDocument/2006/relationships/slide" Target="/ppt/slides/slide7.xml" Id="Re4e51b9d10b04063" /><Relationship Type="http://schemas.openxmlformats.org/officeDocument/2006/relationships/slide" Target="/ppt/slides/slide8.xml" Id="R4d6cd408cee148c7" /><Relationship Type="http://schemas.openxmlformats.org/officeDocument/2006/relationships/slide" Target="/ppt/slides/slide9.xml" Id="R4b24af1f045d489f" /><Relationship Type="http://schemas.openxmlformats.org/officeDocument/2006/relationships/slide" Target="/ppt/slides/slide10.xml" Id="R165d1726ebf44d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4417722ab649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ba027226cf4c6b" /><Relationship Type="http://schemas.openxmlformats.org/officeDocument/2006/relationships/notesMaster" Target="/ppt/notesMasters/notesMaster1.xml" Id="R8db60386be9341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25a23c2b9d4c62" /><Relationship Type="http://schemas.openxmlformats.org/officeDocument/2006/relationships/notesMaster" Target="/ppt/notesMasters/notesMaster1.xml" Id="R1371f955179145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156c42f9304a55" /><Relationship Type="http://schemas.openxmlformats.org/officeDocument/2006/relationships/notesMaster" Target="/ppt/notesMasters/notesMaster1.xml" Id="R2c05e5f66d8e49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838c2c243649c0" /><Relationship Type="http://schemas.openxmlformats.org/officeDocument/2006/relationships/notesMaster" Target="/ppt/notesMasters/notesMaster1.xml" Id="Rd39083a1ce5745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9c8f34090f4892" /><Relationship Type="http://schemas.openxmlformats.org/officeDocument/2006/relationships/notesMaster" Target="/ppt/notesMasters/notesMaster1.xml" Id="R9575adec94fc47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2b5560dbe4455a" /><Relationship Type="http://schemas.openxmlformats.org/officeDocument/2006/relationships/notesMaster" Target="/ppt/notesMasters/notesMaster1.xml" Id="Rd35932f8496b44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126ad3679e4a97" /><Relationship Type="http://schemas.openxmlformats.org/officeDocument/2006/relationships/notesMaster" Target="/ppt/notesMasters/notesMaster1.xml" Id="Rb68b72a3b24349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aa289a16e14f09" /><Relationship Type="http://schemas.openxmlformats.org/officeDocument/2006/relationships/notesMaster" Target="/ppt/notesMasters/notesMaster1.xml" Id="Rf18dc458ad764b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20dd29ad304bf7" /><Relationship Type="http://schemas.openxmlformats.org/officeDocument/2006/relationships/notesMaster" Target="/ppt/notesMasters/notesMaster1.xml" Id="R493d339118594d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656618bd46467d" /><Relationship Type="http://schemas.openxmlformats.org/officeDocument/2006/relationships/notesMaster" Target="/ppt/notesMasters/notesMaster1.xml" Id="R599dde8ec60d44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Akbope. Target: 40 seconds. Introduce the selected Baikonur topic and the four members. The application is a stylized graphics study, not an aerospace simulator. It combines scene construction, shaders, transformations, lights, textures, input and particles. The final image is a real application capture. Source: docs/evidence/finale.png. See the report AI Use Note for substantial OpenAI Codex assistance; do not claim individual development work that has not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Akbope. Target: 50 seconds. Explain the problem: coordinate several graphics systems while preserving a responsive scene. There are more than five distinct object types, including pad, rocket, gantry, buildings, tanks and radome. R1–R8 guide the implementation. All three topic stretch features are present. The source and libraries are bundled. R7 performance on the TA machine and R8 exact course-setup compatibility still require team verification. Source: supplied final brief and topics; screenshot docs/evidence/day.png.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Moldir. Target: 60 seconds. Walk one cylinder vertex through the pipeline. Mesh stores vertex positions, normals and UVs in a VBO and triangle indices in an EBO. The VAO describes that layout. Transform order uses column vectors; local operations happen first. Scene supplies world matrices, Camera supplies view, and the application uses perspective projection. Shaders interpolate world position, UV and normal before lighting. Module arrows describe data flow, not ownership or a claimed thread architecture. Sources: src/Mesh.cpp, src/Scene.cpp, shaders/scene.vert; course L-4-1 and L-5-1.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Moldir. Target: 50 seconds. The core body and boosters both inherit the rocket parent. Before separation, the booster world matrix equals the rocket matrix times its local radial translation. At separation, the independent trajectory begins at the same world position and uses the current vertical velocity. An automated test compares matrices at detachment. Four radial directions create the falling formation. Sources: Simulation.hpp, Scene.cpp and docs/evidence/separation.png.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Ayaulym. Target: 60 seconds. Name ambient, diffuse and specular contributions and the three light contributions. Diffuse uses the angle between normal and light; specular uses the half-vector. Clamp diffuse at zero and avoid highlights when the light is behind the surface. Nonuniform scaling requires inverse-transpose normal transformation; normalize after interpolation. Distinguish this from Cook-Torrance PBR, which is reviewed but not implemented. Source: shaders/scene.vert and scene.frag, course L-5-2 pp. 29 and 66-70; report reference [2] for the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Ayaulym. Target: 60 seconds. The concrete image is generated once at 1024 by 1024 and receives a mip chain. The ground pattern is an original trigonometric procedural texture, not Perlin noise. Each particle carries position, velocity, age, lifetime, size and material. Smoke expands and fades; fire is short-lived. A shared quad with per-instance attributes reduces draw calls to two. Smoke is sorted back to front; both passes disable depth writes but retain depth tests. Source: Texture.cpp and Particles.cpp. Research context: Reeves [1], Nguyen et al. [5], Lamorlette and Foster [6]. The implementation is simpler than physical fluid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Ayaulym. Target: 50 seconds. The mission clock drives altitude, the chase target and the sky blend. Stars use a direction-based procedural pattern and fade in with the darkening sky. Ignition shake is a decaying camera offset that can be disabled. No physical atmosphere or planetary geometry is claimed. Explain why the sky transition is compressed to fit the demonstration. Research comparison: Bruneton and Neyret [12], Hosek and Wilkie [13], Hillaire [14]. Source screenshot: docs/evidence/ascent.png.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Talant. Target: 45 seconds. Demonstrate that camera and simulation are separate: pause freezes the rocket and particles, but the camera can still orbit. Reset clears mission state and particles. The scripted video uses the same rendering and mission code with timed commands and locked manual input. Normal interactive mode leaves all controls enabled. Manual separation is allowed after T+5 and automatic separation occurs at T+24. Source: main.cpp, UI.cpp and README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Talant. Target: 60 seconds. Explain measurement conditions before quoting values. Mean FPS is measured frame-loop throughput, not a GPU timer. p95 is the 95th percentile of frame duration, so lower is better. Raw CSVs accompany the submission. A ready-scene frame outlier occurred during the local run; report does not claim a strict all-frame minimum. Tests check timing, reset, pause, frame-rate consistency and detachment continuity. Local OpenGL checks reported zero errors. Repeat the test on the actual TA machine. Source: docs/evidence/metrics.json and raw CSV/log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Talant. Target: 45 seconds. State the limits honestly: visual rocket timing, flat terrain, no collision solver, no shadow mapping and no physical combustion. Future graphics work should be profiled incrementally. Explicitly acknowledge substantial OpenAI Codex assistance in code and writing, recorded in README and report. Team members must confirm actual contributions, make genuine review commits and understand the code. End by introducing the 3 minute 20 second video. Sources: report Sections 7 and 9; comparison with curl-noise [10] and atmosphere [12]-[14].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dd312d462641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cc9f98a48444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bd08303fee49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93adee447a14b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147b38a3ac43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aa0b75cb1344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C5279D-31D9-435C-B87B-3D42E159BD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74996AE-CE7D-475C-AB5F-D11D0441335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A5B5EB-6690-4595-AAFB-BBD5D00BC9B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B0F5AA-7AFD-43FB-B095-7F5C81E9DD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A4E23C-777E-4E42-9BAA-DF1E8F96AB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25B63B-09FC-4BB1-B32E-524C4B83DB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261209-7FCC-41E6-BFE3-84C4EA0476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EC24A3D-273D-4F63-B3D1-EC4150B6C93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88B279-9BFC-47A1-97D0-1EF774C339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2BABF5-EBA5-4B9B-89D3-EAE86CCB55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a0f1a31a984d0e" /><Relationship Type="http://schemas.openxmlformats.org/officeDocument/2006/relationships/slideLayout" Target="/ppt/slideLayouts/slideLayout1.xml" Id="R770a0b6d5e554bd3" /><Relationship Type="http://schemas.openxmlformats.org/officeDocument/2006/relationships/slideLayout" Target="/ppt/slideLayouts/slideLayout2.xml" Id="R3c3520526f924b43" /><Relationship Type="http://schemas.openxmlformats.org/officeDocument/2006/relationships/slideLayout" Target="/ppt/slideLayouts/slideLayout3.xml" Id="Rde9603947b7e4035" /><Relationship Type="http://schemas.openxmlformats.org/officeDocument/2006/relationships/slideLayout" Target="/ppt/slideLayouts/slideLayout4.xml" Id="Rf929463a5f1746dd" /><Relationship Type="http://schemas.openxmlformats.org/officeDocument/2006/relationships/slideLayout" Target="/ppt/slideLayouts/slideLayout5.xml" Id="R0fa37f43999243dd" /><Relationship Type="http://schemas.openxmlformats.org/officeDocument/2006/relationships/slideLayout" Target="/ppt/slideLayouts/slideLayout6.xml" Id="R751fb2dfa0e447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0a0b6d5e554bd3"/>
    <p:sldLayoutId xmlns:r="http://schemas.openxmlformats.org/officeDocument/2006/relationships" id="2147483650" r:id="R3c3520526f924b43"/>
    <p:sldLayoutId xmlns:r="http://schemas.openxmlformats.org/officeDocument/2006/relationships" id="2147483651" r:id="Rde9603947b7e4035"/>
    <p:sldLayoutId xmlns:r="http://schemas.openxmlformats.org/officeDocument/2006/relationships" id="2147483652" r:id="Rf929463a5f1746dd"/>
    <p:sldLayoutId xmlns:r="http://schemas.openxmlformats.org/officeDocument/2006/relationships" id="2147483653" r:id="R0fa37f43999243dd"/>
    <p:sldLayoutId xmlns:r="http://schemas.openxmlformats.org/officeDocument/2006/relationships" id="2147483654" r:id="R751fb2dfa0e447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2f8985aad14fe8" /><Relationship Type="http://schemas.openxmlformats.org/officeDocument/2006/relationships/image" Target="/ppt/media/image.png" Id="Rdf37e5ed3ff840a7" /><Relationship Type="http://schemas.openxmlformats.org/officeDocument/2006/relationships/notesSlide" Target="/ppt/notesSlides/notesSlide1.xml" Id="R64aea27a9eb84a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05c4fceeed4adc" /><Relationship Type="http://schemas.openxmlformats.org/officeDocument/2006/relationships/image" Target="/ppt/media/image2.png" Id="R60a26e52b1fc4190" /><Relationship Type="http://schemas.openxmlformats.org/officeDocument/2006/relationships/notesSlide" Target="/ppt/notesSlides/notesSlide2.xml" Id="Rf2a1eb832c8147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51b40e8b76421c" /><Relationship Type="http://schemas.openxmlformats.org/officeDocument/2006/relationships/notesSlide" Target="/ppt/notesSlides/notesSlide3.xml" Id="Rfee6d77315ed4d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52370d46b94e89" /><Relationship Type="http://schemas.openxmlformats.org/officeDocument/2006/relationships/image" Target="/ppt/media/image3.png" Id="R5132b62a408f4156" /><Relationship Type="http://schemas.openxmlformats.org/officeDocument/2006/relationships/notesSlide" Target="/ppt/notesSlides/notesSlide4.xml" Id="Reae407c6608141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c4e1f7e14944fdb" /><Relationship Type="http://schemas.openxmlformats.org/officeDocument/2006/relationships/image" Target="/ppt/media/image4.png" Id="Raee92d6c94a147ee" /><Relationship Type="http://schemas.openxmlformats.org/officeDocument/2006/relationships/notesSlide" Target="/ppt/notesSlides/notesSlide5.xml" Id="Ra20e5f40ae0440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3838024ff594b49" /><Relationship Type="http://schemas.openxmlformats.org/officeDocument/2006/relationships/image" Target="/ppt/media/image5.png" Id="R06dd88108567469d" /><Relationship Type="http://schemas.openxmlformats.org/officeDocument/2006/relationships/notesSlide" Target="/ppt/notesSlides/notesSlide6.xml" Id="Raedd0b7961b345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7e267ae79945d9" /><Relationship Type="http://schemas.openxmlformats.org/officeDocument/2006/relationships/image" Target="/ppt/media/image6.png" Id="R2bb58eaf2a4d4086" /><Relationship Type="http://schemas.openxmlformats.org/officeDocument/2006/relationships/notesSlide" Target="/ppt/notesSlides/notesSlide7.xml" Id="Rb7fa58ef1a0d40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291fa11f6e45bf" /><Relationship Type="http://schemas.openxmlformats.org/officeDocument/2006/relationships/notesSlide" Target="/ppt/notesSlides/notesSlide8.xml" Id="Rd078db2c3ad647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e46ae8784334fc8" /><Relationship Type="http://schemas.openxmlformats.org/officeDocument/2006/relationships/notesSlide" Target="/ppt/notesSlides/notesSlide9.xml" Id="R19422b8c5d2f42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dbf411ccbc4d23" /><Relationship Type="http://schemas.openxmlformats.org/officeDocument/2006/relationships/notesSlide" Target="/ppt/notesSlides/notesSlide10.xml" Id="Rf6645265107d4ee1" /></Relationships>
</file>

<file path=ppt/slides/slide1.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523BB7-7C25-4A21-9624-1B5EFA54A392}"/>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E8F0ED"/>
                </a:solidFill>
                <a:latin typeface="Arial"/>
                <a:ea typeface="Arial"/>
                <a:cs typeface="Arial"/>
              </a:defRPr>
            </a:defPPr>
            <a:lvl1pPr>
              <a:defRPr sz="4350" b="1">
                <a:solidFill>
                  <a:srgbClr val="E8F0ED"/>
                </a:solidFill>
                <a:latin typeface="Arial"/>
                <a:ea typeface="Arial"/>
                <a:cs typeface="Arial"/>
              </a:defRPr>
            </a:lvl1pPr>
            <a:lvl2pPr>
              <a:defRPr sz="4350" b="1">
                <a:solidFill>
                  <a:srgbClr val="E8F0ED"/>
                </a:solidFill>
                <a:latin typeface="Arial"/>
                <a:ea typeface="Arial"/>
                <a:cs typeface="Arial"/>
              </a:defRPr>
            </a:lvl2pPr>
            <a:lvl3pPr>
              <a:defRPr sz="4350" b="1">
                <a:solidFill>
                  <a:srgbClr val="E8F0ED"/>
                </a:solidFill>
                <a:latin typeface="Arial"/>
                <a:ea typeface="Arial"/>
                <a:cs typeface="Arial"/>
              </a:defRPr>
            </a:lvl3pPr>
            <a:lvl4pPr>
              <a:defRPr sz="4350" b="1">
                <a:solidFill>
                  <a:srgbClr val="E8F0ED"/>
                </a:solidFill>
                <a:latin typeface="Arial"/>
                <a:ea typeface="Arial"/>
                <a:cs typeface="Arial"/>
              </a:defRPr>
            </a:lvl4pPr>
            <a:lvl5pPr>
              <a:defRPr sz="4350" b="1">
                <a:solidFill>
                  <a:srgbClr val="E8F0ED"/>
                </a:solidFill>
                <a:latin typeface="Arial"/>
                <a:ea typeface="Arial"/>
                <a:cs typeface="Arial"/>
              </a:defRPr>
            </a:lvl5pPr>
            <a:lvl6pPr>
              <a:defRPr sz="4350" b="1">
                <a:solidFill>
                  <a:srgbClr val="E8F0ED"/>
                </a:solidFill>
                <a:latin typeface="Arial"/>
                <a:ea typeface="Arial"/>
                <a:cs typeface="Arial"/>
              </a:defRPr>
            </a:lvl6pPr>
            <a:lvl7pPr>
              <a:defRPr sz="4350" b="1">
                <a:solidFill>
                  <a:srgbClr val="E8F0ED"/>
                </a:solidFill>
                <a:latin typeface="Arial"/>
                <a:ea typeface="Arial"/>
                <a:cs typeface="Arial"/>
              </a:defRPr>
            </a:lvl7pPr>
            <a:lvl8pPr>
              <a:defRPr sz="4350" b="1">
                <a:solidFill>
                  <a:srgbClr val="E8F0ED"/>
                </a:solidFill>
                <a:latin typeface="Arial"/>
                <a:ea typeface="Arial"/>
                <a:cs typeface="Arial"/>
              </a:defRPr>
            </a:lvl8pPr>
            <a:lvl9pPr>
              <a:defRPr sz="4350" b="1">
                <a:solidFill>
                  <a:srgbClr val="E8F0ED"/>
                </a:solidFill>
                <a:latin typeface="Arial"/>
                <a:ea typeface="Arial"/>
                <a:cs typeface="Arial"/>
              </a:defRPr>
            </a:lvl9pPr>
          </a:lstStyle>
          <a:p xmlns:a="http://schemas.openxmlformats.org/drawingml/2006/main">
            <a:pPr>
              <a:defRPr sz="4350" b="1">
                <a:solidFill>
                  <a:srgbClr val="E8F0ED"/>
                </a:solidFill>
                <a:latin typeface="Arial"/>
                <a:ea typeface="Arial"/>
                <a:cs typeface="Arial"/>
              </a:defRPr>
            </a:pPr>
            <a:r>
              <a:rPr sz="4350" b="1">
                <a:solidFill>
                  <a:srgbClr val="E8F0ED"/>
                </a:solidFill>
                <a:latin typeface="Arial"/>
                <a:ea typeface="Arial"/>
                <a:cs typeface="Arial"/>
              </a:rPr>
              <a:t>Baikonur Rocket Launch</a:t>
            </a:r>
          </a:p>
        </p:txBody>
      </p:sp>
      <p:sp>
        <p:nvSpPr>
          <p:cNvPr id="2" name="">
            <a:extLst xmlns:a="http://schemas.openxmlformats.org/drawingml/2006/main">
              <a:ext uri="{FF2B5EF4-FFF2-40B4-BE49-F238E27FC236}">
                <a16:creationId xmlns:a16="http://schemas.microsoft.com/office/drawing/2014/main" id="{B3BEEBA2-95D7-43E3-9FA3-747D5F88477A}"/>
              </a:ext>
            </a:extLst>
          </p:cNvPr>
          <p:cNvSpPr>
            <a:spLocks xmlns:a="http://schemas.openxmlformats.org/drawingml/2006/main" noGrp="1"/>
          </p:cNvSpPr>
          <p:nvPr/>
        </p:nvSpPr>
        <p:spPr>
          <a:xfrm xmlns:a="http://schemas.openxmlformats.org/drawingml/2006/main">
            <a:off x="1114425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4B8BE"/>
                </a:solidFill>
                <a:latin typeface="Arial"/>
                <a:ea typeface="Arial"/>
                <a:cs typeface="Arial"/>
              </a:defRPr>
            </a:defPPr>
            <a:lvl1pPr>
              <a:defRPr sz="1350" b="0">
                <a:solidFill>
                  <a:srgbClr val="A4B8BE"/>
                </a:solidFill>
                <a:latin typeface="Arial"/>
                <a:ea typeface="Arial"/>
                <a:cs typeface="Arial"/>
              </a:defRPr>
            </a:lvl1pPr>
            <a:lvl2pPr>
              <a:defRPr sz="1350" b="0">
                <a:solidFill>
                  <a:srgbClr val="A4B8BE"/>
                </a:solidFill>
                <a:latin typeface="Arial"/>
                <a:ea typeface="Arial"/>
                <a:cs typeface="Arial"/>
              </a:defRPr>
            </a:lvl2pPr>
            <a:lvl3pPr>
              <a:defRPr sz="1350" b="0">
                <a:solidFill>
                  <a:srgbClr val="A4B8BE"/>
                </a:solidFill>
                <a:latin typeface="Arial"/>
                <a:ea typeface="Arial"/>
                <a:cs typeface="Arial"/>
              </a:defRPr>
            </a:lvl3pPr>
            <a:lvl4pPr>
              <a:defRPr sz="1350" b="0">
                <a:solidFill>
                  <a:srgbClr val="A4B8BE"/>
                </a:solidFill>
                <a:latin typeface="Arial"/>
                <a:ea typeface="Arial"/>
                <a:cs typeface="Arial"/>
              </a:defRPr>
            </a:lvl4pPr>
            <a:lvl5pPr>
              <a:defRPr sz="1350" b="0">
                <a:solidFill>
                  <a:srgbClr val="A4B8BE"/>
                </a:solidFill>
                <a:latin typeface="Arial"/>
                <a:ea typeface="Arial"/>
                <a:cs typeface="Arial"/>
              </a:defRPr>
            </a:lvl5pPr>
            <a:lvl6pPr>
              <a:defRPr sz="1350" b="0">
                <a:solidFill>
                  <a:srgbClr val="A4B8BE"/>
                </a:solidFill>
                <a:latin typeface="Arial"/>
                <a:ea typeface="Arial"/>
                <a:cs typeface="Arial"/>
              </a:defRPr>
            </a:lvl6pPr>
            <a:lvl7pPr>
              <a:defRPr sz="1350" b="0">
                <a:solidFill>
                  <a:srgbClr val="A4B8BE"/>
                </a:solidFill>
                <a:latin typeface="Arial"/>
                <a:ea typeface="Arial"/>
                <a:cs typeface="Arial"/>
              </a:defRPr>
            </a:lvl7pPr>
            <a:lvl8pPr>
              <a:defRPr sz="1350" b="0">
                <a:solidFill>
                  <a:srgbClr val="A4B8BE"/>
                </a:solidFill>
                <a:latin typeface="Arial"/>
                <a:ea typeface="Arial"/>
                <a:cs typeface="Arial"/>
              </a:defRPr>
            </a:lvl8pPr>
            <a:lvl9pPr>
              <a:defRPr sz="1350" b="0">
                <a:solidFill>
                  <a:srgbClr val="A4B8BE"/>
                </a:solidFill>
                <a:latin typeface="Arial"/>
                <a:ea typeface="Arial"/>
                <a:cs typeface="Arial"/>
              </a:defRPr>
            </a:lvl9pPr>
          </a:lstStyle>
          <a:p xmlns:a="http://schemas.openxmlformats.org/drawingml/2006/main">
            <a:pPr>
              <a:defRPr sz="1350" b="0">
                <a:solidFill>
                  <a:srgbClr val="A4B8BE"/>
                </a:solidFill>
                <a:latin typeface="Arial"/>
                <a:ea typeface="Arial"/>
                <a:cs typeface="Arial"/>
              </a:defRPr>
            </a:pPr>
            <a:r>
              <a:rPr sz="1350" b="0">
                <a:solidFill>
                  <a:srgbClr val="A4B8BE"/>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5B76AB2-B704-4DBC-85DE-E1E952D8A2EE}"/>
              </a:ext>
            </a:extLst>
          </p:cNvPr>
          <p:cNvSpPr>
            <a:spLocks xmlns:a="http://schemas.openxmlformats.org/drawingml/2006/main" noGrp="1"/>
          </p:cNvSpPr>
          <p:nvPr/>
        </p:nvSpPr>
        <p:spPr>
          <a:xfrm xmlns:a="http://schemas.openxmlformats.org/drawingml/2006/main">
            <a:off x="628650" y="13049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7D1BE"/>
                </a:solidFill>
                <a:latin typeface="Arial"/>
                <a:ea typeface="Arial"/>
                <a:cs typeface="Arial"/>
              </a:defRPr>
            </a:defPPr>
            <a:lvl1pPr>
              <a:defRPr sz="2175" b="0">
                <a:solidFill>
                  <a:srgbClr val="67D1BE"/>
                </a:solidFill>
                <a:latin typeface="Arial"/>
                <a:ea typeface="Arial"/>
                <a:cs typeface="Arial"/>
              </a:defRPr>
            </a:lvl1pPr>
            <a:lvl2pPr>
              <a:defRPr sz="2175" b="0">
                <a:solidFill>
                  <a:srgbClr val="67D1BE"/>
                </a:solidFill>
                <a:latin typeface="Arial"/>
                <a:ea typeface="Arial"/>
                <a:cs typeface="Arial"/>
              </a:defRPr>
            </a:lvl2pPr>
            <a:lvl3pPr>
              <a:defRPr sz="2175" b="0">
                <a:solidFill>
                  <a:srgbClr val="67D1BE"/>
                </a:solidFill>
                <a:latin typeface="Arial"/>
                <a:ea typeface="Arial"/>
                <a:cs typeface="Arial"/>
              </a:defRPr>
            </a:lvl3pPr>
            <a:lvl4pPr>
              <a:defRPr sz="2175" b="0">
                <a:solidFill>
                  <a:srgbClr val="67D1BE"/>
                </a:solidFill>
                <a:latin typeface="Arial"/>
                <a:ea typeface="Arial"/>
                <a:cs typeface="Arial"/>
              </a:defRPr>
            </a:lvl4pPr>
            <a:lvl5pPr>
              <a:defRPr sz="2175" b="0">
                <a:solidFill>
                  <a:srgbClr val="67D1BE"/>
                </a:solidFill>
                <a:latin typeface="Arial"/>
                <a:ea typeface="Arial"/>
                <a:cs typeface="Arial"/>
              </a:defRPr>
            </a:lvl5pPr>
            <a:lvl6pPr>
              <a:defRPr sz="2175" b="0">
                <a:solidFill>
                  <a:srgbClr val="67D1BE"/>
                </a:solidFill>
                <a:latin typeface="Arial"/>
                <a:ea typeface="Arial"/>
                <a:cs typeface="Arial"/>
              </a:defRPr>
            </a:lvl6pPr>
            <a:lvl7pPr>
              <a:defRPr sz="2175" b="0">
                <a:solidFill>
                  <a:srgbClr val="67D1BE"/>
                </a:solidFill>
                <a:latin typeface="Arial"/>
                <a:ea typeface="Arial"/>
                <a:cs typeface="Arial"/>
              </a:defRPr>
            </a:lvl7pPr>
            <a:lvl8pPr>
              <a:defRPr sz="2175" b="0">
                <a:solidFill>
                  <a:srgbClr val="67D1BE"/>
                </a:solidFill>
                <a:latin typeface="Arial"/>
                <a:ea typeface="Arial"/>
                <a:cs typeface="Arial"/>
              </a:defRPr>
            </a:lvl8pPr>
            <a:lvl9pPr>
              <a:defRPr sz="2175" b="0">
                <a:solidFill>
                  <a:srgbClr val="67D1BE"/>
                </a:solidFill>
                <a:latin typeface="Arial"/>
                <a:ea typeface="Arial"/>
                <a:cs typeface="Arial"/>
              </a:defRPr>
            </a:lvl9pPr>
          </a:lstStyle>
          <a:p xmlns:a="http://schemas.openxmlformats.org/drawingml/2006/main">
            <a:pPr>
              <a:defRPr sz="2175" b="0">
                <a:solidFill>
                  <a:srgbClr val="67D1BE"/>
                </a:solidFill>
                <a:latin typeface="Arial"/>
                <a:ea typeface="Arial"/>
                <a:cs typeface="Arial"/>
              </a:defRPr>
            </a:pPr>
            <a:r>
              <a:rPr sz="2175" b="0">
                <a:solidFill>
                  <a:srgbClr val="67D1BE"/>
                </a:solidFill>
                <a:latin typeface="Arial"/>
                <a:ea typeface="Arial"/>
                <a:cs typeface="Arial"/>
              </a:rPr>
              <a:t>An interactive OpenGL graphics project</a:t>
            </a:r>
          </a:p>
        </p:txBody>
      </p:sp>
      <p:pic>
        <p:nvPicPr>
          <p:cNvPr id="4" name="">
            <a:extLst xmlns:a="http://schemas.openxmlformats.org/drawingml/2006/main">
              <a:ext uri="{FF2B5EF4-FFF2-40B4-BE49-F238E27FC236}">
                <a16:creationId xmlns:a16="http://schemas.microsoft.com/office/drawing/2014/main" id="{89931DDA-5BCF-4636-86B0-7DCD02022D1E}"/>
              </a:ext>
            </a:extLst>
          </p:cNvPr>
          <p:cNvPicPr>
            <a:picLocks xmlns:a="http://schemas.openxmlformats.org/drawingml/2006/main" noChangeAspect="1"/>
          </p:cNvPicPr>
          <p:nvPr/>
        </p:nvPicPr>
        <p:blipFill>
          <a:blip xmlns:r="http://schemas.openxmlformats.org/officeDocument/2006/relationships" xmlns:a="http://schemas.openxmlformats.org/drawingml/2006/main" r:embed="Rdf37e5ed3ff840a7"/>
          <a:stretch xmlns:a="http://schemas.openxmlformats.org/drawingml/2006/main"/>
        </p:blipFill>
        <p:spPr>
          <a:xfrm xmlns:a="http://schemas.openxmlformats.org/drawingml/2006/main">
            <a:off x="5249333" y="1952625"/>
            <a:ext cx="6265333" cy="3524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85616F4-19D3-4A3D-95D5-EC279D942F68}"/>
              </a:ext>
            </a:extLst>
          </p:cNvPr>
          <p:cNvSpPr>
            <a:spLocks xmlns:a="http://schemas.openxmlformats.org/drawingml/2006/main" noGrp="1"/>
          </p:cNvSpPr>
          <p:nvPr/>
        </p:nvSpPr>
        <p:spPr>
          <a:xfrm xmlns:a="http://schemas.openxmlformats.org/drawingml/2006/main">
            <a:off x="628650" y="2428875"/>
            <a:ext cx="4381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8F0ED"/>
                </a:solidFill>
                <a:latin typeface="Arial"/>
                <a:ea typeface="Arial"/>
                <a:cs typeface="Arial"/>
              </a:defRPr>
            </a:defPPr>
            <a:lvl1pPr>
              <a:defRPr sz="1950" b="0">
                <a:solidFill>
                  <a:srgbClr val="E8F0ED"/>
                </a:solidFill>
                <a:latin typeface="Arial"/>
                <a:ea typeface="Arial"/>
                <a:cs typeface="Arial"/>
              </a:defRPr>
            </a:lvl1pPr>
            <a:lvl2pPr>
              <a:defRPr sz="1950" b="0">
                <a:solidFill>
                  <a:srgbClr val="E8F0ED"/>
                </a:solidFill>
                <a:latin typeface="Arial"/>
                <a:ea typeface="Arial"/>
                <a:cs typeface="Arial"/>
              </a:defRPr>
            </a:lvl2pPr>
            <a:lvl3pPr>
              <a:defRPr sz="1950" b="0">
                <a:solidFill>
                  <a:srgbClr val="E8F0ED"/>
                </a:solidFill>
                <a:latin typeface="Arial"/>
                <a:ea typeface="Arial"/>
                <a:cs typeface="Arial"/>
              </a:defRPr>
            </a:lvl3pPr>
            <a:lvl4pPr>
              <a:defRPr sz="1950" b="0">
                <a:solidFill>
                  <a:srgbClr val="E8F0ED"/>
                </a:solidFill>
                <a:latin typeface="Arial"/>
                <a:ea typeface="Arial"/>
                <a:cs typeface="Arial"/>
              </a:defRPr>
            </a:lvl4pPr>
            <a:lvl5pPr>
              <a:defRPr sz="1950" b="0">
                <a:solidFill>
                  <a:srgbClr val="E8F0ED"/>
                </a:solidFill>
                <a:latin typeface="Arial"/>
                <a:ea typeface="Arial"/>
                <a:cs typeface="Arial"/>
              </a:defRPr>
            </a:lvl5pPr>
            <a:lvl6pPr>
              <a:defRPr sz="1950" b="0">
                <a:solidFill>
                  <a:srgbClr val="E8F0ED"/>
                </a:solidFill>
                <a:latin typeface="Arial"/>
                <a:ea typeface="Arial"/>
                <a:cs typeface="Arial"/>
              </a:defRPr>
            </a:lvl6pPr>
            <a:lvl7pPr>
              <a:defRPr sz="1950" b="0">
                <a:solidFill>
                  <a:srgbClr val="E8F0ED"/>
                </a:solidFill>
                <a:latin typeface="Arial"/>
                <a:ea typeface="Arial"/>
                <a:cs typeface="Arial"/>
              </a:defRPr>
            </a:lvl7pPr>
            <a:lvl8pPr>
              <a:defRPr sz="1950" b="0">
                <a:solidFill>
                  <a:srgbClr val="E8F0ED"/>
                </a:solidFill>
                <a:latin typeface="Arial"/>
                <a:ea typeface="Arial"/>
                <a:cs typeface="Arial"/>
              </a:defRPr>
            </a:lvl8pPr>
            <a:lvl9pPr>
              <a:defRPr sz="1950" b="0">
                <a:solidFill>
                  <a:srgbClr val="E8F0ED"/>
                </a:solidFill>
                <a:latin typeface="Arial"/>
                <a:ea typeface="Arial"/>
                <a:cs typeface="Arial"/>
              </a:defRPr>
            </a:lvl9pPr>
          </a:lstStyle>
          <a:p xmlns:a="http://schemas.openxmlformats.org/drawingml/2006/main">
            <a:pPr>
              <a:defRPr sz="1950" b="0">
                <a:solidFill>
                  <a:srgbClr val="E8F0ED"/>
                </a:solidFill>
                <a:latin typeface="Arial"/>
                <a:ea typeface="Arial"/>
                <a:cs typeface="Arial"/>
              </a:defRPr>
            </a:pPr>
            <a:r>
              <a:rPr sz="1950" b="0">
                <a:solidFill>
                  <a:srgbClr val="E8F0ED"/>
                </a:solidFill>
                <a:latin typeface="Arial"/>
                <a:ea typeface="Arial"/>
                <a:cs typeface="Arial"/>
              </a:rPr>
              <a:t>Akbope Bakytkeldy  ·  SE2426</a:t>
            </a:r>
          </a:p>
          <a:p xmlns:a="http://schemas.openxmlformats.org/drawingml/2006/main">
            <a:pPr>
              <a:defRPr sz="1950" b="0">
                <a:solidFill>
                  <a:srgbClr val="E8F0ED"/>
                </a:solidFill>
                <a:latin typeface="Arial"/>
                <a:ea typeface="Arial"/>
                <a:cs typeface="Arial"/>
              </a:defRPr>
            </a:pPr>
            <a:r>
              <a:rPr sz="1950" b="0">
                <a:solidFill>
                  <a:srgbClr val="E8F0ED"/>
                </a:solidFill>
                <a:latin typeface="Arial"/>
                <a:ea typeface="Arial"/>
                <a:cs typeface="Arial"/>
              </a:rPr>
              <a:t>Moldir Omar  ·  SE2426</a:t>
            </a:r>
          </a:p>
          <a:p xmlns:a="http://schemas.openxmlformats.org/drawingml/2006/main">
            <a:pPr>
              <a:defRPr sz="1950" b="0">
                <a:solidFill>
                  <a:srgbClr val="E8F0ED"/>
                </a:solidFill>
                <a:latin typeface="Arial"/>
                <a:ea typeface="Arial"/>
                <a:cs typeface="Arial"/>
              </a:defRPr>
            </a:pPr>
            <a:r>
              <a:rPr sz="1950" b="0">
                <a:solidFill>
                  <a:srgbClr val="E8F0ED"/>
                </a:solidFill>
                <a:latin typeface="Arial"/>
                <a:ea typeface="Arial"/>
                <a:cs typeface="Arial"/>
              </a:rPr>
              <a:t>Ayaulym Talgat  ·  SE2427</a:t>
            </a:r>
          </a:p>
          <a:p xmlns:a="http://schemas.openxmlformats.org/drawingml/2006/main">
            <a:pPr>
              <a:defRPr sz="1950" b="0">
                <a:solidFill>
                  <a:srgbClr val="E8F0ED"/>
                </a:solidFill>
                <a:latin typeface="Arial"/>
                <a:ea typeface="Arial"/>
                <a:cs typeface="Arial"/>
              </a:defRPr>
            </a:pPr>
            <a:r>
              <a:rPr sz="1950" b="0">
                <a:solidFill>
                  <a:srgbClr val="E8F0ED"/>
                </a:solidFill>
                <a:latin typeface="Arial"/>
                <a:ea typeface="Arial"/>
                <a:cs typeface="Arial"/>
              </a:rPr>
              <a:t>Talant Altaikhan  ·  SE2425</a:t>
            </a:r>
          </a:p>
        </p:txBody>
      </p:sp>
      <p:sp>
        <p:nvSpPr>
          <p:cNvPr id="6" name="">
            <a:extLst xmlns:a="http://schemas.openxmlformats.org/drawingml/2006/main">
              <a:ext uri="{FF2B5EF4-FFF2-40B4-BE49-F238E27FC236}">
                <a16:creationId xmlns:a16="http://schemas.microsoft.com/office/drawing/2014/main" id="{88D47E81-ED8C-4376-8E3B-62A00DDD535C}"/>
              </a:ext>
            </a:extLst>
          </p:cNvPr>
          <p:cNvSpPr>
            <a:spLocks xmlns:a="http://schemas.openxmlformats.org/drawingml/2006/main" noGrp="1"/>
          </p:cNvSpPr>
          <p:nvPr/>
        </p:nvSpPr>
        <p:spPr>
          <a:xfrm xmlns:a="http://schemas.openxmlformats.org/drawingml/2006/main">
            <a:off x="628650" y="5524500"/>
            <a:ext cx="952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A4B8BE"/>
                </a:solidFill>
                <a:latin typeface="Arial"/>
                <a:ea typeface="Arial"/>
                <a:cs typeface="Arial"/>
              </a:defRPr>
            </a:defPPr>
            <a:lvl1pPr>
              <a:defRPr sz="1725" b="0">
                <a:solidFill>
                  <a:srgbClr val="A4B8BE"/>
                </a:solidFill>
                <a:latin typeface="Arial"/>
                <a:ea typeface="Arial"/>
                <a:cs typeface="Arial"/>
              </a:defRPr>
            </a:lvl1pPr>
            <a:lvl2pPr>
              <a:defRPr sz="1725" b="0">
                <a:solidFill>
                  <a:srgbClr val="A4B8BE"/>
                </a:solidFill>
                <a:latin typeface="Arial"/>
                <a:ea typeface="Arial"/>
                <a:cs typeface="Arial"/>
              </a:defRPr>
            </a:lvl2pPr>
            <a:lvl3pPr>
              <a:defRPr sz="1725" b="0">
                <a:solidFill>
                  <a:srgbClr val="A4B8BE"/>
                </a:solidFill>
                <a:latin typeface="Arial"/>
                <a:ea typeface="Arial"/>
                <a:cs typeface="Arial"/>
              </a:defRPr>
            </a:lvl3pPr>
            <a:lvl4pPr>
              <a:defRPr sz="1725" b="0">
                <a:solidFill>
                  <a:srgbClr val="A4B8BE"/>
                </a:solidFill>
                <a:latin typeface="Arial"/>
                <a:ea typeface="Arial"/>
                <a:cs typeface="Arial"/>
              </a:defRPr>
            </a:lvl4pPr>
            <a:lvl5pPr>
              <a:defRPr sz="1725" b="0">
                <a:solidFill>
                  <a:srgbClr val="A4B8BE"/>
                </a:solidFill>
                <a:latin typeface="Arial"/>
                <a:ea typeface="Arial"/>
                <a:cs typeface="Arial"/>
              </a:defRPr>
            </a:lvl5pPr>
            <a:lvl6pPr>
              <a:defRPr sz="1725" b="0">
                <a:solidFill>
                  <a:srgbClr val="A4B8BE"/>
                </a:solidFill>
                <a:latin typeface="Arial"/>
                <a:ea typeface="Arial"/>
                <a:cs typeface="Arial"/>
              </a:defRPr>
            </a:lvl6pPr>
            <a:lvl7pPr>
              <a:defRPr sz="1725" b="0">
                <a:solidFill>
                  <a:srgbClr val="A4B8BE"/>
                </a:solidFill>
                <a:latin typeface="Arial"/>
                <a:ea typeface="Arial"/>
                <a:cs typeface="Arial"/>
              </a:defRPr>
            </a:lvl7pPr>
            <a:lvl8pPr>
              <a:defRPr sz="1725" b="0">
                <a:solidFill>
                  <a:srgbClr val="A4B8BE"/>
                </a:solidFill>
                <a:latin typeface="Arial"/>
                <a:ea typeface="Arial"/>
                <a:cs typeface="Arial"/>
              </a:defRPr>
            </a:lvl8pPr>
            <a:lvl9pPr>
              <a:defRPr sz="1725" b="0">
                <a:solidFill>
                  <a:srgbClr val="A4B8BE"/>
                </a:solidFill>
                <a:latin typeface="Arial"/>
                <a:ea typeface="Arial"/>
                <a:cs typeface="Arial"/>
              </a:defRPr>
            </a:lvl9pPr>
          </a:lstStyle>
          <a:p xmlns:a="http://schemas.openxmlformats.org/drawingml/2006/main">
            <a:pPr>
              <a:defRPr sz="1725" b="0">
                <a:solidFill>
                  <a:srgbClr val="A4B8BE"/>
                </a:solidFill>
                <a:latin typeface="Arial"/>
                <a:ea typeface="Arial"/>
                <a:cs typeface="Arial"/>
              </a:defRPr>
            </a:pPr>
            <a:r>
              <a:rPr sz="1725" b="0">
                <a:solidFill>
                  <a:srgbClr val="A4B8BE"/>
                </a:solidFill>
                <a:latin typeface="Arial"/>
                <a:ea typeface="Arial"/>
                <a:cs typeface="Arial"/>
              </a:rPr>
              <a:t>Computer Graphics Fundamentals</a:t>
            </a:r>
          </a:p>
          <a:p xmlns:a="http://schemas.openxmlformats.org/drawingml/2006/main">
            <a:pPr>
              <a:defRPr sz="1725" b="0">
                <a:solidFill>
                  <a:srgbClr val="A4B8BE"/>
                </a:solidFill>
                <a:latin typeface="Arial"/>
                <a:ea typeface="Arial"/>
                <a:cs typeface="Arial"/>
              </a:defRPr>
            </a:pPr>
            <a:r>
              <a:rPr sz="1725" b="0">
                <a:solidFill>
                  <a:srgbClr val="A4B8BE"/>
                </a:solidFill>
                <a:latin typeface="Arial"/>
                <a:ea typeface="Arial"/>
                <a:cs typeface="Arial"/>
              </a:rPr>
              <a:t>Instructor: Nazira Shaimerdenova</a:t>
            </a:r>
          </a:p>
        </p:txBody>
      </p:sp>
    </p:spTree>
    <p:extLst>
      <p:ext uri="{BB962C8B-B14F-4D97-AF65-F5344CB8AC3E}">
        <p14:creationId xmlns:p14="http://schemas.microsoft.com/office/powerpoint/2010/main" val="743722957"/>
      </p:ext>
    </p:extLst>
  </p:cSld>
</p:sld>
</file>

<file path=ppt/slides/slide2.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2185CB-1E50-4B15-850C-B578160A059D}"/>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8F0ED"/>
                </a:solidFill>
                <a:latin typeface="Arial"/>
                <a:ea typeface="Arial"/>
                <a:cs typeface="Arial"/>
              </a:defRPr>
            </a:defPPr>
            <a:lvl1pPr>
              <a:defRPr sz="3450" b="1">
                <a:solidFill>
                  <a:srgbClr val="E8F0ED"/>
                </a:solidFill>
                <a:latin typeface="Arial"/>
                <a:ea typeface="Arial"/>
                <a:cs typeface="Arial"/>
              </a:defRPr>
            </a:lvl1pPr>
            <a:lvl2pPr>
              <a:defRPr sz="3450" b="1">
                <a:solidFill>
                  <a:srgbClr val="E8F0ED"/>
                </a:solidFill>
                <a:latin typeface="Arial"/>
                <a:ea typeface="Arial"/>
                <a:cs typeface="Arial"/>
              </a:defRPr>
            </a:lvl2pPr>
            <a:lvl3pPr>
              <a:defRPr sz="3450" b="1">
                <a:solidFill>
                  <a:srgbClr val="E8F0ED"/>
                </a:solidFill>
                <a:latin typeface="Arial"/>
                <a:ea typeface="Arial"/>
                <a:cs typeface="Arial"/>
              </a:defRPr>
            </a:lvl3pPr>
            <a:lvl4pPr>
              <a:defRPr sz="3450" b="1">
                <a:solidFill>
                  <a:srgbClr val="E8F0ED"/>
                </a:solidFill>
                <a:latin typeface="Arial"/>
                <a:ea typeface="Arial"/>
                <a:cs typeface="Arial"/>
              </a:defRPr>
            </a:lvl4pPr>
            <a:lvl5pPr>
              <a:defRPr sz="3450" b="1">
                <a:solidFill>
                  <a:srgbClr val="E8F0ED"/>
                </a:solidFill>
                <a:latin typeface="Arial"/>
                <a:ea typeface="Arial"/>
                <a:cs typeface="Arial"/>
              </a:defRPr>
            </a:lvl5pPr>
            <a:lvl6pPr>
              <a:defRPr sz="3450" b="1">
                <a:solidFill>
                  <a:srgbClr val="E8F0ED"/>
                </a:solidFill>
                <a:latin typeface="Arial"/>
                <a:ea typeface="Arial"/>
                <a:cs typeface="Arial"/>
              </a:defRPr>
            </a:lvl6pPr>
            <a:lvl7pPr>
              <a:defRPr sz="3450" b="1">
                <a:solidFill>
                  <a:srgbClr val="E8F0ED"/>
                </a:solidFill>
                <a:latin typeface="Arial"/>
                <a:ea typeface="Arial"/>
                <a:cs typeface="Arial"/>
              </a:defRPr>
            </a:lvl7pPr>
            <a:lvl8pPr>
              <a:defRPr sz="3450" b="1">
                <a:solidFill>
                  <a:srgbClr val="E8F0ED"/>
                </a:solidFill>
                <a:latin typeface="Arial"/>
                <a:ea typeface="Arial"/>
                <a:cs typeface="Arial"/>
              </a:defRPr>
            </a:lvl8pPr>
            <a:lvl9pPr>
              <a:defRPr sz="3450" b="1">
                <a:solidFill>
                  <a:srgbClr val="E8F0ED"/>
                </a:solidFill>
                <a:latin typeface="Arial"/>
                <a:ea typeface="Arial"/>
                <a:cs typeface="Arial"/>
              </a:defRPr>
            </a:lvl9pPr>
          </a:lstStyle>
          <a:p xmlns:a="http://schemas.openxmlformats.org/drawingml/2006/main">
            <a:pPr>
              <a:defRPr sz="3450" b="1">
                <a:solidFill>
                  <a:srgbClr val="E8F0ED"/>
                </a:solidFill>
                <a:latin typeface="Arial"/>
                <a:ea typeface="Arial"/>
                <a:cs typeface="Arial"/>
              </a:defRPr>
            </a:pPr>
            <a:r>
              <a:rPr sz="3450" b="1">
                <a:solidFill>
                  <a:srgbClr val="E8F0ED"/>
                </a:solidFill>
                <a:latin typeface="Arial"/>
                <a:ea typeface="Arial"/>
                <a:cs typeface="Arial"/>
              </a:rPr>
              <a:t>Project scope and requirements</a:t>
            </a:r>
          </a:p>
        </p:txBody>
      </p:sp>
      <p:sp>
        <p:nvSpPr>
          <p:cNvPr id="2" name="">
            <a:extLst xmlns:a="http://schemas.openxmlformats.org/drawingml/2006/main">
              <a:ext uri="{FF2B5EF4-FFF2-40B4-BE49-F238E27FC236}">
                <a16:creationId xmlns:a16="http://schemas.microsoft.com/office/drawing/2014/main" id="{2DFDBA5D-8BB0-497B-8D2B-E4E5EB6E2AE3}"/>
              </a:ext>
            </a:extLst>
          </p:cNvPr>
          <p:cNvSpPr>
            <a:spLocks xmlns:a="http://schemas.openxmlformats.org/drawingml/2006/main" noGrp="1"/>
          </p:cNvSpPr>
          <p:nvPr/>
        </p:nvSpPr>
        <p:spPr>
          <a:xfrm xmlns:a="http://schemas.openxmlformats.org/drawingml/2006/main">
            <a:off x="1114425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4B8BE"/>
                </a:solidFill>
                <a:latin typeface="Arial"/>
                <a:ea typeface="Arial"/>
                <a:cs typeface="Arial"/>
              </a:defRPr>
            </a:defPPr>
            <a:lvl1pPr>
              <a:defRPr sz="1350" b="0">
                <a:solidFill>
                  <a:srgbClr val="A4B8BE"/>
                </a:solidFill>
                <a:latin typeface="Arial"/>
                <a:ea typeface="Arial"/>
                <a:cs typeface="Arial"/>
              </a:defRPr>
            </a:lvl1pPr>
            <a:lvl2pPr>
              <a:defRPr sz="1350" b="0">
                <a:solidFill>
                  <a:srgbClr val="A4B8BE"/>
                </a:solidFill>
                <a:latin typeface="Arial"/>
                <a:ea typeface="Arial"/>
                <a:cs typeface="Arial"/>
              </a:defRPr>
            </a:lvl2pPr>
            <a:lvl3pPr>
              <a:defRPr sz="1350" b="0">
                <a:solidFill>
                  <a:srgbClr val="A4B8BE"/>
                </a:solidFill>
                <a:latin typeface="Arial"/>
                <a:ea typeface="Arial"/>
                <a:cs typeface="Arial"/>
              </a:defRPr>
            </a:lvl3pPr>
            <a:lvl4pPr>
              <a:defRPr sz="1350" b="0">
                <a:solidFill>
                  <a:srgbClr val="A4B8BE"/>
                </a:solidFill>
                <a:latin typeface="Arial"/>
                <a:ea typeface="Arial"/>
                <a:cs typeface="Arial"/>
              </a:defRPr>
            </a:lvl4pPr>
            <a:lvl5pPr>
              <a:defRPr sz="1350" b="0">
                <a:solidFill>
                  <a:srgbClr val="A4B8BE"/>
                </a:solidFill>
                <a:latin typeface="Arial"/>
                <a:ea typeface="Arial"/>
                <a:cs typeface="Arial"/>
              </a:defRPr>
            </a:lvl5pPr>
            <a:lvl6pPr>
              <a:defRPr sz="1350" b="0">
                <a:solidFill>
                  <a:srgbClr val="A4B8BE"/>
                </a:solidFill>
                <a:latin typeface="Arial"/>
                <a:ea typeface="Arial"/>
                <a:cs typeface="Arial"/>
              </a:defRPr>
            </a:lvl6pPr>
            <a:lvl7pPr>
              <a:defRPr sz="1350" b="0">
                <a:solidFill>
                  <a:srgbClr val="A4B8BE"/>
                </a:solidFill>
                <a:latin typeface="Arial"/>
                <a:ea typeface="Arial"/>
                <a:cs typeface="Arial"/>
              </a:defRPr>
            </a:lvl7pPr>
            <a:lvl8pPr>
              <a:defRPr sz="1350" b="0">
                <a:solidFill>
                  <a:srgbClr val="A4B8BE"/>
                </a:solidFill>
                <a:latin typeface="Arial"/>
                <a:ea typeface="Arial"/>
                <a:cs typeface="Arial"/>
              </a:defRPr>
            </a:lvl8pPr>
            <a:lvl9pPr>
              <a:defRPr sz="1350" b="0">
                <a:solidFill>
                  <a:srgbClr val="A4B8BE"/>
                </a:solidFill>
                <a:latin typeface="Arial"/>
                <a:ea typeface="Arial"/>
                <a:cs typeface="Arial"/>
              </a:defRPr>
            </a:lvl9pPr>
          </a:lstStyle>
          <a:p xmlns:a="http://schemas.openxmlformats.org/drawingml/2006/main">
            <a:pPr>
              <a:defRPr sz="1350" b="0">
                <a:solidFill>
                  <a:srgbClr val="A4B8BE"/>
                </a:solidFill>
                <a:latin typeface="Arial"/>
                <a:ea typeface="Arial"/>
                <a:cs typeface="Arial"/>
              </a:defRPr>
            </a:pPr>
            <a:r>
              <a:rPr sz="1350" b="0">
                <a:solidFill>
                  <a:srgbClr val="A4B8BE"/>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DE552B8A-2D89-4264-AEC0-4CA5563F0C06}"/>
              </a:ext>
            </a:extLst>
          </p:cNvPr>
          <p:cNvPicPr>
            <a:picLocks xmlns:a="http://schemas.openxmlformats.org/drawingml/2006/main" noChangeAspect="1"/>
          </p:cNvPicPr>
          <p:nvPr/>
        </p:nvPicPr>
        <p:blipFill>
          <a:blip xmlns:r="http://schemas.openxmlformats.org/officeDocument/2006/relationships" xmlns:a="http://schemas.openxmlformats.org/drawingml/2006/main" r:embed="R60a26e52b1fc4190"/>
          <a:stretch xmlns:a="http://schemas.openxmlformats.org/drawingml/2006/main"/>
        </p:blipFill>
        <p:spPr>
          <a:xfrm xmlns:a="http://schemas.openxmlformats.org/drawingml/2006/main">
            <a:off x="5239279" y="1666875"/>
            <a:ext cx="6333067" cy="3562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BEF427E-758C-49BF-9996-4EC70BE5FE9E}"/>
              </a:ext>
            </a:extLst>
          </p:cNvPr>
          <p:cNvSpPr>
            <a:spLocks xmlns:a="http://schemas.openxmlformats.org/drawingml/2006/main" noGrp="1"/>
          </p:cNvSpPr>
          <p:nvPr/>
        </p:nvSpPr>
        <p:spPr>
          <a:xfrm xmlns:a="http://schemas.openxmlformats.org/drawingml/2006/main">
            <a:off x="609600" y="16668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67D1BE"/>
                </a:solidFill>
                <a:latin typeface="Arial"/>
                <a:ea typeface="Arial"/>
                <a:cs typeface="Arial"/>
              </a:defRPr>
            </a:defPPr>
            <a:lvl1pPr>
              <a:defRPr sz="2325" b="1">
                <a:solidFill>
                  <a:srgbClr val="67D1BE"/>
                </a:solidFill>
                <a:latin typeface="Arial"/>
                <a:ea typeface="Arial"/>
                <a:cs typeface="Arial"/>
              </a:defRPr>
            </a:lvl1pPr>
            <a:lvl2pPr>
              <a:defRPr sz="2325" b="1">
                <a:solidFill>
                  <a:srgbClr val="67D1BE"/>
                </a:solidFill>
                <a:latin typeface="Arial"/>
                <a:ea typeface="Arial"/>
                <a:cs typeface="Arial"/>
              </a:defRPr>
            </a:lvl2pPr>
            <a:lvl3pPr>
              <a:defRPr sz="2325" b="1">
                <a:solidFill>
                  <a:srgbClr val="67D1BE"/>
                </a:solidFill>
                <a:latin typeface="Arial"/>
                <a:ea typeface="Arial"/>
                <a:cs typeface="Arial"/>
              </a:defRPr>
            </a:lvl3pPr>
            <a:lvl4pPr>
              <a:defRPr sz="2325" b="1">
                <a:solidFill>
                  <a:srgbClr val="67D1BE"/>
                </a:solidFill>
                <a:latin typeface="Arial"/>
                <a:ea typeface="Arial"/>
                <a:cs typeface="Arial"/>
              </a:defRPr>
            </a:lvl4pPr>
            <a:lvl5pPr>
              <a:defRPr sz="2325" b="1">
                <a:solidFill>
                  <a:srgbClr val="67D1BE"/>
                </a:solidFill>
                <a:latin typeface="Arial"/>
                <a:ea typeface="Arial"/>
                <a:cs typeface="Arial"/>
              </a:defRPr>
            </a:lvl5pPr>
            <a:lvl6pPr>
              <a:defRPr sz="2325" b="1">
                <a:solidFill>
                  <a:srgbClr val="67D1BE"/>
                </a:solidFill>
                <a:latin typeface="Arial"/>
                <a:ea typeface="Arial"/>
                <a:cs typeface="Arial"/>
              </a:defRPr>
            </a:lvl6pPr>
            <a:lvl7pPr>
              <a:defRPr sz="2325" b="1">
                <a:solidFill>
                  <a:srgbClr val="67D1BE"/>
                </a:solidFill>
                <a:latin typeface="Arial"/>
                <a:ea typeface="Arial"/>
                <a:cs typeface="Arial"/>
              </a:defRPr>
            </a:lvl7pPr>
            <a:lvl8pPr>
              <a:defRPr sz="2325" b="1">
                <a:solidFill>
                  <a:srgbClr val="67D1BE"/>
                </a:solidFill>
                <a:latin typeface="Arial"/>
                <a:ea typeface="Arial"/>
                <a:cs typeface="Arial"/>
              </a:defRPr>
            </a:lvl8pPr>
            <a:lvl9pPr>
              <a:defRPr sz="2325" b="1">
                <a:solidFill>
                  <a:srgbClr val="67D1BE"/>
                </a:solidFill>
                <a:latin typeface="Arial"/>
                <a:ea typeface="Arial"/>
                <a:cs typeface="Arial"/>
              </a:defRPr>
            </a:lvl9pPr>
          </a:lstStyle>
          <a:p xmlns:a="http://schemas.openxmlformats.org/drawingml/2006/main">
            <a:pPr>
              <a:defRPr sz="2325" b="1">
                <a:solidFill>
                  <a:srgbClr val="67D1BE"/>
                </a:solidFill>
                <a:latin typeface="Arial"/>
                <a:ea typeface="Arial"/>
                <a:cs typeface="Arial"/>
              </a:defRPr>
            </a:pPr>
            <a:r>
              <a:rPr sz="2325" b="1">
                <a:solidFill>
                  <a:srgbClr val="67D1BE"/>
                </a:solidFill>
                <a:latin typeface="Arial"/>
                <a:ea typeface="Arial"/>
                <a:cs typeface="Arial"/>
              </a:rPr>
              <a:t>A complete launch sequence</a:t>
            </a:r>
          </a:p>
        </p:txBody>
      </p:sp>
      <p:sp>
        <p:nvSpPr>
          <p:cNvPr id="5" name="">
            <a:extLst xmlns:a="http://schemas.openxmlformats.org/drawingml/2006/main">
              <a:ext uri="{FF2B5EF4-FFF2-40B4-BE49-F238E27FC236}">
                <a16:creationId xmlns:a16="http://schemas.microsoft.com/office/drawing/2014/main" id="{1E22FC3B-16E9-4867-8E2B-5612D8875CC9}"/>
              </a:ext>
            </a:extLst>
          </p:cNvPr>
          <p:cNvSpPr>
            <a:spLocks xmlns:a="http://schemas.openxmlformats.org/drawingml/2006/main" noGrp="1"/>
          </p:cNvSpPr>
          <p:nvPr/>
        </p:nvSpPr>
        <p:spPr>
          <a:xfrm xmlns:a="http://schemas.openxmlformats.org/drawingml/2006/main">
            <a:off x="609600" y="2286000"/>
            <a:ext cx="4476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E8F0ED"/>
                </a:solidFill>
                <a:latin typeface="Arial"/>
                <a:ea typeface="Arial"/>
                <a:cs typeface="Arial"/>
              </a:defRPr>
            </a:defPPr>
            <a:lvl1pPr>
              <a:defRPr sz="2175" b="0">
                <a:solidFill>
                  <a:srgbClr val="E8F0ED"/>
                </a:solidFill>
                <a:latin typeface="Arial"/>
                <a:ea typeface="Arial"/>
                <a:cs typeface="Arial"/>
              </a:defRPr>
            </a:lvl1pPr>
            <a:lvl2pPr>
              <a:defRPr sz="2175" b="0">
                <a:solidFill>
                  <a:srgbClr val="E8F0ED"/>
                </a:solidFill>
                <a:latin typeface="Arial"/>
                <a:ea typeface="Arial"/>
                <a:cs typeface="Arial"/>
              </a:defRPr>
            </a:lvl2pPr>
            <a:lvl3pPr>
              <a:defRPr sz="2175" b="0">
                <a:solidFill>
                  <a:srgbClr val="E8F0ED"/>
                </a:solidFill>
                <a:latin typeface="Arial"/>
                <a:ea typeface="Arial"/>
                <a:cs typeface="Arial"/>
              </a:defRPr>
            </a:lvl3pPr>
            <a:lvl4pPr>
              <a:defRPr sz="2175" b="0">
                <a:solidFill>
                  <a:srgbClr val="E8F0ED"/>
                </a:solidFill>
                <a:latin typeface="Arial"/>
                <a:ea typeface="Arial"/>
                <a:cs typeface="Arial"/>
              </a:defRPr>
            </a:lvl4pPr>
            <a:lvl5pPr>
              <a:defRPr sz="2175" b="0">
                <a:solidFill>
                  <a:srgbClr val="E8F0ED"/>
                </a:solidFill>
                <a:latin typeface="Arial"/>
                <a:ea typeface="Arial"/>
                <a:cs typeface="Arial"/>
              </a:defRPr>
            </a:lvl5pPr>
            <a:lvl6pPr>
              <a:defRPr sz="2175" b="0">
                <a:solidFill>
                  <a:srgbClr val="E8F0ED"/>
                </a:solidFill>
                <a:latin typeface="Arial"/>
                <a:ea typeface="Arial"/>
                <a:cs typeface="Arial"/>
              </a:defRPr>
            </a:lvl6pPr>
            <a:lvl7pPr>
              <a:defRPr sz="2175" b="0">
                <a:solidFill>
                  <a:srgbClr val="E8F0ED"/>
                </a:solidFill>
                <a:latin typeface="Arial"/>
                <a:ea typeface="Arial"/>
                <a:cs typeface="Arial"/>
              </a:defRPr>
            </a:lvl7pPr>
            <a:lvl8pPr>
              <a:defRPr sz="2175" b="0">
                <a:solidFill>
                  <a:srgbClr val="E8F0ED"/>
                </a:solidFill>
                <a:latin typeface="Arial"/>
                <a:ea typeface="Arial"/>
                <a:cs typeface="Arial"/>
              </a:defRPr>
            </a:lvl8pPr>
            <a:lvl9pPr>
              <a:defRPr sz="2175" b="0">
                <a:solidFill>
                  <a:srgbClr val="E8F0ED"/>
                </a:solidFill>
                <a:latin typeface="Arial"/>
                <a:ea typeface="Arial"/>
                <a:cs typeface="Arial"/>
              </a:defRPr>
            </a:lvl9pPr>
          </a:lstStyle>
          <a:p xmlns:a="http://schemas.openxmlformats.org/drawingml/2006/main">
            <a:pPr>
              <a:defRPr sz="2175" b="0">
                <a:solidFill>
                  <a:srgbClr val="E8F0ED"/>
                </a:solidFill>
                <a:latin typeface="Arial"/>
                <a:ea typeface="Arial"/>
                <a:cs typeface="Arial"/>
              </a:defRPr>
            </a:pPr>
            <a:r>
              <a:rPr sz="2175" b="0">
                <a:solidFill>
                  <a:srgbClr val="E8F0ED"/>
                </a:solidFill>
                <a:latin typeface="Arial"/>
                <a:ea typeface="Arial"/>
                <a:cs typeface="Arial"/>
              </a:rPr>
              <a:t>Countdown and ignition</a:t>
            </a:r>
          </a:p>
          <a:p xmlns:a="http://schemas.openxmlformats.org/drawingml/2006/main">
            <a:pPr>
              <a:defRPr sz="2175" b="0">
                <a:solidFill>
                  <a:srgbClr val="E8F0ED"/>
                </a:solidFill>
                <a:latin typeface="Arial"/>
                <a:ea typeface="Arial"/>
                <a:cs typeface="Arial"/>
              </a:defRPr>
            </a:pPr>
            <a:r>
              <a:rPr sz="2175" b="0">
                <a:solidFill>
                  <a:srgbClr val="E8F0ED"/>
                </a:solidFill>
                <a:latin typeface="Arial"/>
                <a:ea typeface="Arial"/>
                <a:cs typeface="Arial"/>
              </a:rPr>
              <a:t>Ascent with a chase camera</a:t>
            </a:r>
          </a:p>
          <a:p xmlns:a="http://schemas.openxmlformats.org/drawingml/2006/main">
            <a:pPr>
              <a:defRPr sz="2175" b="0">
                <a:solidFill>
                  <a:srgbClr val="E8F0ED"/>
                </a:solidFill>
                <a:latin typeface="Arial"/>
                <a:ea typeface="Arial"/>
                <a:cs typeface="Arial"/>
              </a:defRPr>
            </a:pPr>
            <a:r>
              <a:rPr sz="2175" b="0">
                <a:solidFill>
                  <a:srgbClr val="E8F0ED"/>
                </a:solidFill>
                <a:latin typeface="Arial"/>
                <a:ea typeface="Arial"/>
                <a:cs typeface="Arial"/>
              </a:rPr>
              <a:t>Independent booster separation</a:t>
            </a:r>
          </a:p>
        </p:txBody>
      </p:sp>
      <p:sp>
        <p:nvSpPr>
          <p:cNvPr id="6" name="">
            <a:extLst xmlns:a="http://schemas.openxmlformats.org/drawingml/2006/main">
              <a:ext uri="{FF2B5EF4-FFF2-40B4-BE49-F238E27FC236}">
                <a16:creationId xmlns:a16="http://schemas.microsoft.com/office/drawing/2014/main" id="{DB5C4936-AAEA-47C5-8E1D-4FBCCCDF2568}"/>
              </a:ext>
            </a:extLst>
          </p:cNvPr>
          <p:cNvSpPr>
            <a:spLocks xmlns:a="http://schemas.openxmlformats.org/drawingml/2006/main" noGrp="1"/>
          </p:cNvSpPr>
          <p:nvPr/>
        </p:nvSpPr>
        <p:spPr>
          <a:xfrm xmlns:a="http://schemas.openxmlformats.org/drawingml/2006/main">
            <a:off x="609600" y="4286250"/>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4B8BE"/>
                </a:solidFill>
                <a:latin typeface="Arial"/>
                <a:ea typeface="Arial"/>
                <a:cs typeface="Arial"/>
              </a:defRPr>
            </a:defPPr>
            <a:lvl1pPr>
              <a:defRPr sz="1950" b="0">
                <a:solidFill>
                  <a:srgbClr val="A4B8BE"/>
                </a:solidFill>
                <a:latin typeface="Arial"/>
                <a:ea typeface="Arial"/>
                <a:cs typeface="Arial"/>
              </a:defRPr>
            </a:lvl1pPr>
            <a:lvl2pPr>
              <a:defRPr sz="1950" b="0">
                <a:solidFill>
                  <a:srgbClr val="A4B8BE"/>
                </a:solidFill>
                <a:latin typeface="Arial"/>
                <a:ea typeface="Arial"/>
                <a:cs typeface="Arial"/>
              </a:defRPr>
            </a:lvl2pPr>
            <a:lvl3pPr>
              <a:defRPr sz="1950" b="0">
                <a:solidFill>
                  <a:srgbClr val="A4B8BE"/>
                </a:solidFill>
                <a:latin typeface="Arial"/>
                <a:ea typeface="Arial"/>
                <a:cs typeface="Arial"/>
              </a:defRPr>
            </a:lvl3pPr>
            <a:lvl4pPr>
              <a:defRPr sz="1950" b="0">
                <a:solidFill>
                  <a:srgbClr val="A4B8BE"/>
                </a:solidFill>
                <a:latin typeface="Arial"/>
                <a:ea typeface="Arial"/>
                <a:cs typeface="Arial"/>
              </a:defRPr>
            </a:lvl4pPr>
            <a:lvl5pPr>
              <a:defRPr sz="1950" b="0">
                <a:solidFill>
                  <a:srgbClr val="A4B8BE"/>
                </a:solidFill>
                <a:latin typeface="Arial"/>
                <a:ea typeface="Arial"/>
                <a:cs typeface="Arial"/>
              </a:defRPr>
            </a:lvl5pPr>
            <a:lvl6pPr>
              <a:defRPr sz="1950" b="0">
                <a:solidFill>
                  <a:srgbClr val="A4B8BE"/>
                </a:solidFill>
                <a:latin typeface="Arial"/>
                <a:ea typeface="Arial"/>
                <a:cs typeface="Arial"/>
              </a:defRPr>
            </a:lvl6pPr>
            <a:lvl7pPr>
              <a:defRPr sz="1950" b="0">
                <a:solidFill>
                  <a:srgbClr val="A4B8BE"/>
                </a:solidFill>
                <a:latin typeface="Arial"/>
                <a:ea typeface="Arial"/>
                <a:cs typeface="Arial"/>
              </a:defRPr>
            </a:lvl7pPr>
            <a:lvl8pPr>
              <a:defRPr sz="1950" b="0">
                <a:solidFill>
                  <a:srgbClr val="A4B8BE"/>
                </a:solidFill>
                <a:latin typeface="Arial"/>
                <a:ea typeface="Arial"/>
                <a:cs typeface="Arial"/>
              </a:defRPr>
            </a:lvl8pPr>
            <a:lvl9pPr>
              <a:defRPr sz="1950" b="0">
                <a:solidFill>
                  <a:srgbClr val="A4B8BE"/>
                </a:solidFill>
                <a:latin typeface="Arial"/>
                <a:ea typeface="Arial"/>
                <a:cs typeface="Arial"/>
              </a:defRPr>
            </a:lvl9pPr>
          </a:lstStyle>
          <a:p xmlns:a="http://schemas.openxmlformats.org/drawingml/2006/main">
            <a:pPr>
              <a:defRPr sz="1950" b="0">
                <a:solidFill>
                  <a:srgbClr val="A4B8BE"/>
                </a:solidFill>
                <a:latin typeface="Arial"/>
                <a:ea typeface="Arial"/>
                <a:cs typeface="Arial"/>
              </a:defRPr>
            </a:pPr>
            <a:r>
              <a:rPr sz="1950" b="0">
                <a:solidFill>
                  <a:srgbClr val="A4B8BE"/>
                </a:solidFill>
                <a:latin typeface="Arial"/>
                <a:ea typeface="Arial"/>
                <a:cs typeface="Arial"/>
              </a:rPr>
              <a:t>OpenGL 3.3 core</a:t>
            </a:r>
          </a:p>
          <a:p xmlns:a="http://schemas.openxmlformats.org/drawingml/2006/main">
            <a:pPr>
              <a:defRPr sz="1950" b="0">
                <a:solidFill>
                  <a:srgbClr val="A4B8BE"/>
                </a:solidFill>
                <a:latin typeface="Arial"/>
                <a:ea typeface="Arial"/>
                <a:cs typeface="Arial"/>
              </a:defRPr>
            </a:pPr>
            <a:r>
              <a:rPr sz="1950" b="0">
                <a:solidFill>
                  <a:srgbClr val="A4B8BE"/>
                </a:solidFill>
                <a:latin typeface="Arial"/>
                <a:ea typeface="Arial"/>
                <a:cs typeface="Arial"/>
              </a:rPr>
              <a:t>Original GLSL and indexed meshes</a:t>
            </a:r>
          </a:p>
          <a:p xmlns:a="http://schemas.openxmlformats.org/drawingml/2006/main">
            <a:pPr>
              <a:defRPr sz="1950" b="0">
                <a:solidFill>
                  <a:srgbClr val="A4B8BE"/>
                </a:solidFill>
                <a:latin typeface="Arial"/>
                <a:ea typeface="Arial"/>
                <a:cs typeface="Arial"/>
              </a:defRPr>
            </a:pPr>
            <a:r>
              <a:rPr sz="1950" b="0">
                <a:solidFill>
                  <a:srgbClr val="A4B8BE"/>
                </a:solidFill>
                <a:latin typeface="Arial"/>
                <a:ea typeface="Arial"/>
                <a:cs typeface="Arial"/>
              </a:rPr>
              <a:t>Interactive controls and live FPS</a:t>
            </a:r>
          </a:p>
        </p:txBody>
      </p:sp>
      <p:sp>
        <p:nvSpPr>
          <p:cNvPr id="7" name="">
            <a:extLst xmlns:a="http://schemas.openxmlformats.org/drawingml/2006/main">
              <a:ext uri="{FF2B5EF4-FFF2-40B4-BE49-F238E27FC236}">
                <a16:creationId xmlns:a16="http://schemas.microsoft.com/office/drawing/2014/main" id="{1DA1FFA7-F4A6-4F9D-A41E-BA53745E7EF3}"/>
              </a:ext>
            </a:extLst>
          </p:cNvPr>
          <p:cNvSpPr>
            <a:spLocks xmlns:a="http://schemas.openxmlformats.org/drawingml/2006/main" noGrp="1"/>
          </p:cNvSpPr>
          <p:nvPr/>
        </p:nvSpPr>
        <p:spPr>
          <a:xfrm xmlns:a="http://schemas.openxmlformats.org/drawingml/2006/main">
            <a:off x="5238750" y="5524500"/>
            <a:ext cx="633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E7A063"/>
                </a:solidFill>
                <a:latin typeface="Arial"/>
                <a:ea typeface="Arial"/>
                <a:cs typeface="Arial"/>
              </a:defRPr>
            </a:defPPr>
            <a:lvl1pPr>
              <a:defRPr sz="1800" b="0">
                <a:solidFill>
                  <a:srgbClr val="E7A063"/>
                </a:solidFill>
                <a:latin typeface="Arial"/>
                <a:ea typeface="Arial"/>
                <a:cs typeface="Arial"/>
              </a:defRPr>
            </a:lvl1pPr>
            <a:lvl2pPr>
              <a:defRPr sz="1800" b="0">
                <a:solidFill>
                  <a:srgbClr val="E7A063"/>
                </a:solidFill>
                <a:latin typeface="Arial"/>
                <a:ea typeface="Arial"/>
                <a:cs typeface="Arial"/>
              </a:defRPr>
            </a:lvl2pPr>
            <a:lvl3pPr>
              <a:defRPr sz="1800" b="0">
                <a:solidFill>
                  <a:srgbClr val="E7A063"/>
                </a:solidFill>
                <a:latin typeface="Arial"/>
                <a:ea typeface="Arial"/>
                <a:cs typeface="Arial"/>
              </a:defRPr>
            </a:lvl3pPr>
            <a:lvl4pPr>
              <a:defRPr sz="1800" b="0">
                <a:solidFill>
                  <a:srgbClr val="E7A063"/>
                </a:solidFill>
                <a:latin typeface="Arial"/>
                <a:ea typeface="Arial"/>
                <a:cs typeface="Arial"/>
              </a:defRPr>
            </a:lvl4pPr>
            <a:lvl5pPr>
              <a:defRPr sz="1800" b="0">
                <a:solidFill>
                  <a:srgbClr val="E7A063"/>
                </a:solidFill>
                <a:latin typeface="Arial"/>
                <a:ea typeface="Arial"/>
                <a:cs typeface="Arial"/>
              </a:defRPr>
            </a:lvl5pPr>
            <a:lvl6pPr>
              <a:defRPr sz="1800" b="0">
                <a:solidFill>
                  <a:srgbClr val="E7A063"/>
                </a:solidFill>
                <a:latin typeface="Arial"/>
                <a:ea typeface="Arial"/>
                <a:cs typeface="Arial"/>
              </a:defRPr>
            </a:lvl6pPr>
            <a:lvl7pPr>
              <a:defRPr sz="1800" b="0">
                <a:solidFill>
                  <a:srgbClr val="E7A063"/>
                </a:solidFill>
                <a:latin typeface="Arial"/>
                <a:ea typeface="Arial"/>
                <a:cs typeface="Arial"/>
              </a:defRPr>
            </a:lvl7pPr>
            <a:lvl8pPr>
              <a:defRPr sz="1800" b="0">
                <a:solidFill>
                  <a:srgbClr val="E7A063"/>
                </a:solidFill>
                <a:latin typeface="Arial"/>
                <a:ea typeface="Arial"/>
                <a:cs typeface="Arial"/>
              </a:defRPr>
            </a:lvl8pPr>
            <a:lvl9pPr>
              <a:defRPr sz="1800" b="0">
                <a:solidFill>
                  <a:srgbClr val="E7A063"/>
                </a:solidFill>
                <a:latin typeface="Arial"/>
                <a:ea typeface="Arial"/>
                <a:cs typeface="Arial"/>
              </a:defRPr>
            </a:lvl9pPr>
          </a:lstStyle>
          <a:p xmlns:a="http://schemas.openxmlformats.org/drawingml/2006/main">
            <a:pPr>
              <a:defRPr sz="1800" b="0">
                <a:solidFill>
                  <a:srgbClr val="E7A063"/>
                </a:solidFill>
                <a:latin typeface="Arial"/>
                <a:ea typeface="Arial"/>
                <a:cs typeface="Arial"/>
              </a:defRPr>
            </a:pPr>
            <a:r>
              <a:rPr sz="1800" b="0">
                <a:solidFill>
                  <a:srgbClr val="E7A063"/>
                </a:solidFill>
                <a:latin typeface="Arial"/>
                <a:ea typeface="Arial"/>
                <a:cs typeface="Arial"/>
              </a:rPr>
              <a:t>Visual flight timing and stylized geometry</a:t>
            </a:r>
          </a:p>
        </p:txBody>
      </p:sp>
    </p:spTree>
    <p:extLst>
      <p:ext uri="{BB962C8B-B14F-4D97-AF65-F5344CB8AC3E}">
        <p14:creationId xmlns:p14="http://schemas.microsoft.com/office/powerpoint/2010/main" val="1973180045"/>
      </p:ext>
    </p:extLst>
  </p:cSld>
</p:sld>
</file>

<file path=ppt/slides/slide3.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A609B6B0-93D5-442D-90CE-7F146E03DD23}"/>
              </a:ext>
            </a:extLst>
          </p:cNvPr>
          <p:cNvCxnSpPr>
            <a:stCxn xmlns:a="http://schemas.openxmlformats.org/drawingml/2006/main" id="5" idx="3"/>
            <a:endCxn xmlns:a="http://schemas.openxmlformats.org/drawingml/2006/main" id="6" idx="1"/>
          </p:cNvCxnSpPr>
          <p:nvPr/>
        </p:nvCxnSpPr>
        <p:spPr>
          <a:xfrm xmlns:a="http://schemas.openxmlformats.org/drawingml/2006/main">
            <a:off x="8639175" y="2262188"/>
            <a:ext cx="800100" cy="0"/>
          </a:xfrm>
          <a:prstGeom xmlns:a="http://schemas.openxmlformats.org/drawingml/2006/main" prst="straightConnector1">
            <a:avLst/>
          </a:prstGeom>
          <a:ln xmlns:a="http://schemas.openxmlformats.org/drawingml/2006/main" w="19050">
            <a:solidFill>
              <a:srgbClr val="67D1BE"/>
            </a:solidFill>
            <a:tailEnd type="triangle" w="med" len="med"/>
          </a:ln>
        </p:spPr>
      </p:cxnSp>
      <p:cxnSp>
        <p:nvCxnSpPr>
          <p:cNvPr id="8" name="">
            <a:extLst xmlns:a="http://schemas.openxmlformats.org/drawingml/2006/main">
              <a:ext uri="{FF2B5EF4-FFF2-40B4-BE49-F238E27FC236}">
                <a16:creationId xmlns:a16="http://schemas.microsoft.com/office/drawing/2014/main" id="{B8C12CAC-18A1-44DF-AB30-8F3E0B39DB46}"/>
              </a:ext>
            </a:extLst>
          </p:cNvPr>
          <p:cNvCxnSpPr>
            <a:stCxn xmlns:a="http://schemas.openxmlformats.org/drawingml/2006/main" id="4" idx="3"/>
            <a:endCxn xmlns:a="http://schemas.openxmlformats.org/drawingml/2006/main" id="5" idx="1"/>
          </p:cNvCxnSpPr>
          <p:nvPr/>
        </p:nvCxnSpPr>
        <p:spPr>
          <a:xfrm xmlns:a="http://schemas.openxmlformats.org/drawingml/2006/main">
            <a:off x="5695950" y="2262188"/>
            <a:ext cx="800100" cy="0"/>
          </a:xfrm>
          <a:prstGeom xmlns:a="http://schemas.openxmlformats.org/drawingml/2006/main" prst="straightConnector1">
            <a:avLst/>
          </a:prstGeom>
          <a:ln xmlns:a="http://schemas.openxmlformats.org/drawingml/2006/main" w="19050">
            <a:solidFill>
              <a:srgbClr val="67D1BE"/>
            </a:solidFill>
            <a:tailEnd type="triangle" w="med" len="med"/>
          </a:ln>
        </p:spPr>
      </p:cxnSp>
      <p:cxnSp>
        <p:nvCxnSpPr>
          <p:cNvPr id="7" name="">
            <a:extLst xmlns:a="http://schemas.openxmlformats.org/drawingml/2006/main">
              <a:ext uri="{FF2B5EF4-FFF2-40B4-BE49-F238E27FC236}">
                <a16:creationId xmlns:a16="http://schemas.microsoft.com/office/drawing/2014/main" id="{1894B4B5-A5B1-42DA-AC66-E967D4BAEA1C}"/>
              </a:ext>
            </a:extLst>
          </p:cNvPr>
          <p:cNvCxnSpPr>
            <a:stCxn xmlns:a="http://schemas.openxmlformats.org/drawingml/2006/main" id="3" idx="3"/>
            <a:endCxn xmlns:a="http://schemas.openxmlformats.org/drawingml/2006/main" id="4" idx="1"/>
          </p:cNvCxnSpPr>
          <p:nvPr/>
        </p:nvCxnSpPr>
        <p:spPr>
          <a:xfrm xmlns:a="http://schemas.openxmlformats.org/drawingml/2006/main">
            <a:off x="2752725" y="2262188"/>
            <a:ext cx="800100" cy="0"/>
          </a:xfrm>
          <a:prstGeom xmlns:a="http://schemas.openxmlformats.org/drawingml/2006/main" prst="straightConnector1">
            <a:avLst/>
          </a:prstGeom>
          <a:ln xmlns:a="http://schemas.openxmlformats.org/drawingml/2006/main" w="19050">
            <a:solidFill>
              <a:srgbClr val="67D1BE"/>
            </a:solidFill>
            <a:tailEnd type="triangle" w="med" len="med"/>
          </a:ln>
        </p:spPr>
      </p:cxnSp>
      <p:sp>
        <p:nvSpPr>
          <p:cNvPr id="13" name="">
            <a:extLst xmlns:a="http://schemas.openxmlformats.org/drawingml/2006/main">
              <a:ext uri="{FF2B5EF4-FFF2-40B4-BE49-F238E27FC236}">
                <a16:creationId xmlns:a16="http://schemas.microsoft.com/office/drawing/2014/main" id="{7E08D0D7-E3C3-4826-BFEC-2C7AA449592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8F0ED"/>
                </a:solidFill>
                <a:latin typeface="Arial"/>
                <a:ea typeface="Arial"/>
                <a:cs typeface="Arial"/>
              </a:defRPr>
            </a:defPPr>
            <a:lvl1pPr>
              <a:defRPr sz="3450" b="1">
                <a:solidFill>
                  <a:srgbClr val="E8F0ED"/>
                </a:solidFill>
                <a:latin typeface="Arial"/>
                <a:ea typeface="Arial"/>
                <a:cs typeface="Arial"/>
              </a:defRPr>
            </a:lvl1pPr>
            <a:lvl2pPr>
              <a:defRPr sz="3450" b="1">
                <a:solidFill>
                  <a:srgbClr val="E8F0ED"/>
                </a:solidFill>
                <a:latin typeface="Arial"/>
                <a:ea typeface="Arial"/>
                <a:cs typeface="Arial"/>
              </a:defRPr>
            </a:lvl2pPr>
            <a:lvl3pPr>
              <a:defRPr sz="3450" b="1">
                <a:solidFill>
                  <a:srgbClr val="E8F0ED"/>
                </a:solidFill>
                <a:latin typeface="Arial"/>
                <a:ea typeface="Arial"/>
                <a:cs typeface="Arial"/>
              </a:defRPr>
            </a:lvl3pPr>
            <a:lvl4pPr>
              <a:defRPr sz="3450" b="1">
                <a:solidFill>
                  <a:srgbClr val="E8F0ED"/>
                </a:solidFill>
                <a:latin typeface="Arial"/>
                <a:ea typeface="Arial"/>
                <a:cs typeface="Arial"/>
              </a:defRPr>
            </a:lvl4pPr>
            <a:lvl5pPr>
              <a:defRPr sz="3450" b="1">
                <a:solidFill>
                  <a:srgbClr val="E8F0ED"/>
                </a:solidFill>
                <a:latin typeface="Arial"/>
                <a:ea typeface="Arial"/>
                <a:cs typeface="Arial"/>
              </a:defRPr>
            </a:lvl5pPr>
            <a:lvl6pPr>
              <a:defRPr sz="3450" b="1">
                <a:solidFill>
                  <a:srgbClr val="E8F0ED"/>
                </a:solidFill>
                <a:latin typeface="Arial"/>
                <a:ea typeface="Arial"/>
                <a:cs typeface="Arial"/>
              </a:defRPr>
            </a:lvl6pPr>
            <a:lvl7pPr>
              <a:defRPr sz="3450" b="1">
                <a:solidFill>
                  <a:srgbClr val="E8F0ED"/>
                </a:solidFill>
                <a:latin typeface="Arial"/>
                <a:ea typeface="Arial"/>
                <a:cs typeface="Arial"/>
              </a:defRPr>
            </a:lvl7pPr>
            <a:lvl8pPr>
              <a:defRPr sz="3450" b="1">
                <a:solidFill>
                  <a:srgbClr val="E8F0ED"/>
                </a:solidFill>
                <a:latin typeface="Arial"/>
                <a:ea typeface="Arial"/>
                <a:cs typeface="Arial"/>
              </a:defRPr>
            </a:lvl8pPr>
            <a:lvl9pPr>
              <a:defRPr sz="3450" b="1">
                <a:solidFill>
                  <a:srgbClr val="E8F0ED"/>
                </a:solidFill>
                <a:latin typeface="Arial"/>
                <a:ea typeface="Arial"/>
                <a:cs typeface="Arial"/>
              </a:defRPr>
            </a:lvl9pPr>
          </a:lstStyle>
          <a:p xmlns:a="http://schemas.openxmlformats.org/drawingml/2006/main">
            <a:pPr>
              <a:defRPr sz="3450" b="1">
                <a:solidFill>
                  <a:srgbClr val="E8F0ED"/>
                </a:solidFill>
                <a:latin typeface="Arial"/>
                <a:ea typeface="Arial"/>
                <a:cs typeface="Arial"/>
              </a:defRPr>
            </a:pPr>
            <a:r>
              <a:rPr sz="3450" b="1">
                <a:solidFill>
                  <a:srgbClr val="E8F0ED"/>
                </a:solidFill>
                <a:latin typeface="Arial"/>
                <a:ea typeface="Arial"/>
                <a:cs typeface="Arial"/>
              </a:rPr>
              <a:t>Pipeline and module architecture</a:t>
            </a:r>
          </a:p>
        </p:txBody>
      </p:sp>
      <p:sp>
        <p:nvSpPr>
          <p:cNvPr id="2" name="">
            <a:extLst xmlns:a="http://schemas.openxmlformats.org/drawingml/2006/main">
              <a:ext uri="{FF2B5EF4-FFF2-40B4-BE49-F238E27FC236}">
                <a16:creationId xmlns:a16="http://schemas.microsoft.com/office/drawing/2014/main" id="{45E9FBFA-CEA7-4608-9AF5-72EE3FAFBAF3}"/>
              </a:ext>
            </a:extLst>
          </p:cNvPr>
          <p:cNvSpPr>
            <a:spLocks xmlns:a="http://schemas.openxmlformats.org/drawingml/2006/main" noGrp="1"/>
          </p:cNvSpPr>
          <p:nvPr/>
        </p:nvSpPr>
        <p:spPr>
          <a:xfrm xmlns:a="http://schemas.openxmlformats.org/drawingml/2006/main">
            <a:off x="1114425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4B8BE"/>
                </a:solidFill>
                <a:latin typeface="Arial"/>
                <a:ea typeface="Arial"/>
                <a:cs typeface="Arial"/>
              </a:defRPr>
            </a:defPPr>
            <a:lvl1pPr>
              <a:defRPr sz="1350" b="0">
                <a:solidFill>
                  <a:srgbClr val="A4B8BE"/>
                </a:solidFill>
                <a:latin typeface="Arial"/>
                <a:ea typeface="Arial"/>
                <a:cs typeface="Arial"/>
              </a:defRPr>
            </a:lvl1pPr>
            <a:lvl2pPr>
              <a:defRPr sz="1350" b="0">
                <a:solidFill>
                  <a:srgbClr val="A4B8BE"/>
                </a:solidFill>
                <a:latin typeface="Arial"/>
                <a:ea typeface="Arial"/>
                <a:cs typeface="Arial"/>
              </a:defRPr>
            </a:lvl2pPr>
            <a:lvl3pPr>
              <a:defRPr sz="1350" b="0">
                <a:solidFill>
                  <a:srgbClr val="A4B8BE"/>
                </a:solidFill>
                <a:latin typeface="Arial"/>
                <a:ea typeface="Arial"/>
                <a:cs typeface="Arial"/>
              </a:defRPr>
            </a:lvl3pPr>
            <a:lvl4pPr>
              <a:defRPr sz="1350" b="0">
                <a:solidFill>
                  <a:srgbClr val="A4B8BE"/>
                </a:solidFill>
                <a:latin typeface="Arial"/>
                <a:ea typeface="Arial"/>
                <a:cs typeface="Arial"/>
              </a:defRPr>
            </a:lvl4pPr>
            <a:lvl5pPr>
              <a:defRPr sz="1350" b="0">
                <a:solidFill>
                  <a:srgbClr val="A4B8BE"/>
                </a:solidFill>
                <a:latin typeface="Arial"/>
                <a:ea typeface="Arial"/>
                <a:cs typeface="Arial"/>
              </a:defRPr>
            </a:lvl5pPr>
            <a:lvl6pPr>
              <a:defRPr sz="1350" b="0">
                <a:solidFill>
                  <a:srgbClr val="A4B8BE"/>
                </a:solidFill>
                <a:latin typeface="Arial"/>
                <a:ea typeface="Arial"/>
                <a:cs typeface="Arial"/>
              </a:defRPr>
            </a:lvl6pPr>
            <a:lvl7pPr>
              <a:defRPr sz="1350" b="0">
                <a:solidFill>
                  <a:srgbClr val="A4B8BE"/>
                </a:solidFill>
                <a:latin typeface="Arial"/>
                <a:ea typeface="Arial"/>
                <a:cs typeface="Arial"/>
              </a:defRPr>
            </a:lvl7pPr>
            <a:lvl8pPr>
              <a:defRPr sz="1350" b="0">
                <a:solidFill>
                  <a:srgbClr val="A4B8BE"/>
                </a:solidFill>
                <a:latin typeface="Arial"/>
                <a:ea typeface="Arial"/>
                <a:cs typeface="Arial"/>
              </a:defRPr>
            </a:lvl8pPr>
            <a:lvl9pPr>
              <a:defRPr sz="1350" b="0">
                <a:solidFill>
                  <a:srgbClr val="A4B8BE"/>
                </a:solidFill>
                <a:latin typeface="Arial"/>
                <a:ea typeface="Arial"/>
                <a:cs typeface="Arial"/>
              </a:defRPr>
            </a:lvl9pPr>
          </a:lstStyle>
          <a:p xmlns:a="http://schemas.openxmlformats.org/drawingml/2006/main">
            <a:pPr>
              <a:defRPr sz="1350" b="0">
                <a:solidFill>
                  <a:srgbClr val="A4B8BE"/>
                </a:solidFill>
                <a:latin typeface="Arial"/>
                <a:ea typeface="Arial"/>
                <a:cs typeface="Arial"/>
              </a:defRPr>
            </a:pPr>
            <a:r>
              <a:rPr sz="1350" b="0">
                <a:solidFill>
                  <a:srgbClr val="A4B8BE"/>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0F7E1F9-4A5F-4671-8971-6E4EC3DCF189}"/>
              </a:ext>
            </a:extLst>
          </p:cNvPr>
          <p:cNvSpPr>
            <a:spLocks xmlns:a="http://schemas.openxmlformats.org/drawingml/2006/main" noGrp="1"/>
          </p:cNvSpPr>
          <p:nvPr/>
        </p:nvSpPr>
        <p:spPr>
          <a:xfrm xmlns:a="http://schemas.openxmlformats.org/drawingml/2006/main">
            <a:off x="609600" y="1809750"/>
            <a:ext cx="2143125" cy="904875"/>
          </a:xfrm>
          <a:prstGeom xmlns:a="http://schemas.openxmlformats.org/drawingml/2006/main" prst="rect">
            <a:avLst/>
          </a:prstGeom>
          <a:solidFill xmlns:a="http://schemas.openxmlformats.org/drawingml/2006/main">
            <a:srgbClr val="132A36"/>
          </a:solidFill>
          <a:ln xmlns:a="http://schemas.openxmlformats.org/drawingml/2006/main" w="9525">
            <a:solidFill>
              <a:srgbClr val="67D1BE"/>
            </a:solidFill>
          </a:ln>
        </p:spPr>
        <p:txBody>
          <a:bodyPr xmlns:a="http://schemas.openxmlformats.org/drawingml/2006/main"/>
          <a:lstStyle xmlns:a="http://schemas.openxmlformats.org/drawingml/2006/main">
            <a:defPPr>
              <a:defRPr sz="1875">
                <a:solidFill>
                  <a:srgbClr val="E8F0ED"/>
                </a:solidFill>
                <a:latin typeface="Arial"/>
                <a:ea typeface="Arial"/>
                <a:cs typeface="Arial"/>
              </a:defRPr>
            </a:defPPr>
            <a:lvl1pPr>
              <a:defRPr sz="1875">
                <a:solidFill>
                  <a:srgbClr val="E8F0ED"/>
                </a:solidFill>
                <a:latin typeface="Arial"/>
                <a:ea typeface="Arial"/>
                <a:cs typeface="Arial"/>
              </a:defRPr>
            </a:lvl1pPr>
            <a:lvl2pPr>
              <a:defRPr sz="1875">
                <a:solidFill>
                  <a:srgbClr val="E8F0ED"/>
                </a:solidFill>
                <a:latin typeface="Arial"/>
                <a:ea typeface="Arial"/>
                <a:cs typeface="Arial"/>
              </a:defRPr>
            </a:lvl2pPr>
            <a:lvl3pPr>
              <a:defRPr sz="1875">
                <a:solidFill>
                  <a:srgbClr val="E8F0ED"/>
                </a:solidFill>
                <a:latin typeface="Arial"/>
                <a:ea typeface="Arial"/>
                <a:cs typeface="Arial"/>
              </a:defRPr>
            </a:lvl3pPr>
            <a:lvl4pPr>
              <a:defRPr sz="1875">
                <a:solidFill>
                  <a:srgbClr val="E8F0ED"/>
                </a:solidFill>
                <a:latin typeface="Arial"/>
                <a:ea typeface="Arial"/>
                <a:cs typeface="Arial"/>
              </a:defRPr>
            </a:lvl4pPr>
            <a:lvl5pPr>
              <a:defRPr sz="1875">
                <a:solidFill>
                  <a:srgbClr val="E8F0ED"/>
                </a:solidFill>
                <a:latin typeface="Arial"/>
                <a:ea typeface="Arial"/>
                <a:cs typeface="Arial"/>
              </a:defRPr>
            </a:lvl5pPr>
            <a:lvl6pPr>
              <a:defRPr sz="1875">
                <a:solidFill>
                  <a:srgbClr val="E8F0ED"/>
                </a:solidFill>
                <a:latin typeface="Arial"/>
                <a:ea typeface="Arial"/>
                <a:cs typeface="Arial"/>
              </a:defRPr>
            </a:lvl6pPr>
            <a:lvl7pPr>
              <a:defRPr sz="1875">
                <a:solidFill>
                  <a:srgbClr val="E8F0ED"/>
                </a:solidFill>
                <a:latin typeface="Arial"/>
                <a:ea typeface="Arial"/>
                <a:cs typeface="Arial"/>
              </a:defRPr>
            </a:lvl7pPr>
            <a:lvl8pPr>
              <a:defRPr sz="1875">
                <a:solidFill>
                  <a:srgbClr val="E8F0ED"/>
                </a:solidFill>
                <a:latin typeface="Arial"/>
                <a:ea typeface="Arial"/>
                <a:cs typeface="Arial"/>
              </a:defRPr>
            </a:lvl8pPr>
            <a:lvl9pPr>
              <a:defRPr sz="1875">
                <a:solidFill>
                  <a:srgbClr val="E8F0ED"/>
                </a:solidFill>
                <a:latin typeface="Arial"/>
                <a:ea typeface="Arial"/>
                <a:cs typeface="Arial"/>
              </a:defRPr>
            </a:lvl9pPr>
          </a:lstStyle>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Input and mission</a:t>
            </a:r>
          </a:p>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main / Mission</a:t>
            </a:r>
          </a:p>
        </p:txBody>
      </p:sp>
      <p:sp>
        <p:nvSpPr>
          <p:cNvPr id="4" name="">
            <a:extLst xmlns:a="http://schemas.openxmlformats.org/drawingml/2006/main">
              <a:ext uri="{FF2B5EF4-FFF2-40B4-BE49-F238E27FC236}">
                <a16:creationId xmlns:a16="http://schemas.microsoft.com/office/drawing/2014/main" id="{37B1EFFF-2E04-4C40-AC8F-5E74D52CBC1D}"/>
              </a:ext>
            </a:extLst>
          </p:cNvPr>
          <p:cNvSpPr>
            <a:spLocks xmlns:a="http://schemas.openxmlformats.org/drawingml/2006/main" noGrp="1"/>
          </p:cNvSpPr>
          <p:nvPr/>
        </p:nvSpPr>
        <p:spPr>
          <a:xfrm xmlns:a="http://schemas.openxmlformats.org/drawingml/2006/main">
            <a:off x="3552825" y="1809750"/>
            <a:ext cx="2143125" cy="904875"/>
          </a:xfrm>
          <a:prstGeom xmlns:a="http://schemas.openxmlformats.org/drawingml/2006/main" prst="rect">
            <a:avLst/>
          </a:prstGeom>
          <a:solidFill xmlns:a="http://schemas.openxmlformats.org/drawingml/2006/main">
            <a:srgbClr val="132A36"/>
          </a:solidFill>
          <a:ln xmlns:a="http://schemas.openxmlformats.org/drawingml/2006/main" w="9525">
            <a:solidFill>
              <a:srgbClr val="67D1BE"/>
            </a:solidFill>
          </a:ln>
        </p:spPr>
        <p:txBody>
          <a:bodyPr xmlns:a="http://schemas.openxmlformats.org/drawingml/2006/main"/>
          <a:lstStyle xmlns:a="http://schemas.openxmlformats.org/drawingml/2006/main">
            <a:defPPr>
              <a:defRPr sz="1875">
                <a:solidFill>
                  <a:srgbClr val="E8F0ED"/>
                </a:solidFill>
                <a:latin typeface="Arial"/>
                <a:ea typeface="Arial"/>
                <a:cs typeface="Arial"/>
              </a:defRPr>
            </a:defPPr>
            <a:lvl1pPr>
              <a:defRPr sz="1875">
                <a:solidFill>
                  <a:srgbClr val="E8F0ED"/>
                </a:solidFill>
                <a:latin typeface="Arial"/>
                <a:ea typeface="Arial"/>
                <a:cs typeface="Arial"/>
              </a:defRPr>
            </a:lvl1pPr>
            <a:lvl2pPr>
              <a:defRPr sz="1875">
                <a:solidFill>
                  <a:srgbClr val="E8F0ED"/>
                </a:solidFill>
                <a:latin typeface="Arial"/>
                <a:ea typeface="Arial"/>
                <a:cs typeface="Arial"/>
              </a:defRPr>
            </a:lvl2pPr>
            <a:lvl3pPr>
              <a:defRPr sz="1875">
                <a:solidFill>
                  <a:srgbClr val="E8F0ED"/>
                </a:solidFill>
                <a:latin typeface="Arial"/>
                <a:ea typeface="Arial"/>
                <a:cs typeface="Arial"/>
              </a:defRPr>
            </a:lvl3pPr>
            <a:lvl4pPr>
              <a:defRPr sz="1875">
                <a:solidFill>
                  <a:srgbClr val="E8F0ED"/>
                </a:solidFill>
                <a:latin typeface="Arial"/>
                <a:ea typeface="Arial"/>
                <a:cs typeface="Arial"/>
              </a:defRPr>
            </a:lvl4pPr>
            <a:lvl5pPr>
              <a:defRPr sz="1875">
                <a:solidFill>
                  <a:srgbClr val="E8F0ED"/>
                </a:solidFill>
                <a:latin typeface="Arial"/>
                <a:ea typeface="Arial"/>
                <a:cs typeface="Arial"/>
              </a:defRPr>
            </a:lvl5pPr>
            <a:lvl6pPr>
              <a:defRPr sz="1875">
                <a:solidFill>
                  <a:srgbClr val="E8F0ED"/>
                </a:solidFill>
                <a:latin typeface="Arial"/>
                <a:ea typeface="Arial"/>
                <a:cs typeface="Arial"/>
              </a:defRPr>
            </a:lvl6pPr>
            <a:lvl7pPr>
              <a:defRPr sz="1875">
                <a:solidFill>
                  <a:srgbClr val="E8F0ED"/>
                </a:solidFill>
                <a:latin typeface="Arial"/>
                <a:ea typeface="Arial"/>
                <a:cs typeface="Arial"/>
              </a:defRPr>
            </a:lvl7pPr>
            <a:lvl8pPr>
              <a:defRPr sz="1875">
                <a:solidFill>
                  <a:srgbClr val="E8F0ED"/>
                </a:solidFill>
                <a:latin typeface="Arial"/>
                <a:ea typeface="Arial"/>
                <a:cs typeface="Arial"/>
              </a:defRPr>
            </a:lvl8pPr>
            <a:lvl9pPr>
              <a:defRPr sz="1875">
                <a:solidFill>
                  <a:srgbClr val="E8F0ED"/>
                </a:solidFill>
                <a:latin typeface="Arial"/>
                <a:ea typeface="Arial"/>
                <a:cs typeface="Arial"/>
              </a:defRPr>
            </a:lvl9pPr>
          </a:lstStyle>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World transforms</a:t>
            </a:r>
          </a:p>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Scene / Camera</a:t>
            </a:r>
          </a:p>
        </p:txBody>
      </p:sp>
      <p:sp>
        <p:nvSpPr>
          <p:cNvPr id="5" name="">
            <a:extLst xmlns:a="http://schemas.openxmlformats.org/drawingml/2006/main">
              <a:ext uri="{FF2B5EF4-FFF2-40B4-BE49-F238E27FC236}">
                <a16:creationId xmlns:a16="http://schemas.microsoft.com/office/drawing/2014/main" id="{AA978F6F-721C-4297-BD24-6D4C2559CCE4}"/>
              </a:ext>
            </a:extLst>
          </p:cNvPr>
          <p:cNvSpPr>
            <a:spLocks xmlns:a="http://schemas.openxmlformats.org/drawingml/2006/main" noGrp="1"/>
          </p:cNvSpPr>
          <p:nvPr/>
        </p:nvSpPr>
        <p:spPr>
          <a:xfrm xmlns:a="http://schemas.openxmlformats.org/drawingml/2006/main">
            <a:off x="6496050" y="1809750"/>
            <a:ext cx="2143125" cy="904875"/>
          </a:xfrm>
          <a:prstGeom xmlns:a="http://schemas.openxmlformats.org/drawingml/2006/main" prst="rect">
            <a:avLst/>
          </a:prstGeom>
          <a:solidFill xmlns:a="http://schemas.openxmlformats.org/drawingml/2006/main">
            <a:srgbClr val="132A36"/>
          </a:solidFill>
          <a:ln xmlns:a="http://schemas.openxmlformats.org/drawingml/2006/main" w="9525">
            <a:solidFill>
              <a:srgbClr val="67D1BE"/>
            </a:solidFill>
          </a:ln>
        </p:spPr>
        <p:txBody>
          <a:bodyPr xmlns:a="http://schemas.openxmlformats.org/drawingml/2006/main"/>
          <a:lstStyle xmlns:a="http://schemas.openxmlformats.org/drawingml/2006/main">
            <a:defPPr>
              <a:defRPr sz="1875">
                <a:solidFill>
                  <a:srgbClr val="E8F0ED"/>
                </a:solidFill>
                <a:latin typeface="Arial"/>
                <a:ea typeface="Arial"/>
                <a:cs typeface="Arial"/>
              </a:defRPr>
            </a:defPPr>
            <a:lvl1pPr>
              <a:defRPr sz="1875">
                <a:solidFill>
                  <a:srgbClr val="E8F0ED"/>
                </a:solidFill>
                <a:latin typeface="Arial"/>
                <a:ea typeface="Arial"/>
                <a:cs typeface="Arial"/>
              </a:defRPr>
            </a:lvl1pPr>
            <a:lvl2pPr>
              <a:defRPr sz="1875">
                <a:solidFill>
                  <a:srgbClr val="E8F0ED"/>
                </a:solidFill>
                <a:latin typeface="Arial"/>
                <a:ea typeface="Arial"/>
                <a:cs typeface="Arial"/>
              </a:defRPr>
            </a:lvl2pPr>
            <a:lvl3pPr>
              <a:defRPr sz="1875">
                <a:solidFill>
                  <a:srgbClr val="E8F0ED"/>
                </a:solidFill>
                <a:latin typeface="Arial"/>
                <a:ea typeface="Arial"/>
                <a:cs typeface="Arial"/>
              </a:defRPr>
            </a:lvl3pPr>
            <a:lvl4pPr>
              <a:defRPr sz="1875">
                <a:solidFill>
                  <a:srgbClr val="E8F0ED"/>
                </a:solidFill>
                <a:latin typeface="Arial"/>
                <a:ea typeface="Arial"/>
                <a:cs typeface="Arial"/>
              </a:defRPr>
            </a:lvl4pPr>
            <a:lvl5pPr>
              <a:defRPr sz="1875">
                <a:solidFill>
                  <a:srgbClr val="E8F0ED"/>
                </a:solidFill>
                <a:latin typeface="Arial"/>
                <a:ea typeface="Arial"/>
                <a:cs typeface="Arial"/>
              </a:defRPr>
            </a:lvl5pPr>
            <a:lvl6pPr>
              <a:defRPr sz="1875">
                <a:solidFill>
                  <a:srgbClr val="E8F0ED"/>
                </a:solidFill>
                <a:latin typeface="Arial"/>
                <a:ea typeface="Arial"/>
                <a:cs typeface="Arial"/>
              </a:defRPr>
            </a:lvl6pPr>
            <a:lvl7pPr>
              <a:defRPr sz="1875">
                <a:solidFill>
                  <a:srgbClr val="E8F0ED"/>
                </a:solidFill>
                <a:latin typeface="Arial"/>
                <a:ea typeface="Arial"/>
                <a:cs typeface="Arial"/>
              </a:defRPr>
            </a:lvl7pPr>
            <a:lvl8pPr>
              <a:defRPr sz="1875">
                <a:solidFill>
                  <a:srgbClr val="E8F0ED"/>
                </a:solidFill>
                <a:latin typeface="Arial"/>
                <a:ea typeface="Arial"/>
                <a:cs typeface="Arial"/>
              </a:defRPr>
            </a:lvl8pPr>
            <a:lvl9pPr>
              <a:defRPr sz="1875">
                <a:solidFill>
                  <a:srgbClr val="E8F0ED"/>
                </a:solidFill>
                <a:latin typeface="Arial"/>
                <a:ea typeface="Arial"/>
                <a:cs typeface="Arial"/>
              </a:defRPr>
            </a:lvl9pPr>
          </a:lstStyle>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Indexed geometry</a:t>
            </a:r>
          </a:p>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Mesh / Texture</a:t>
            </a:r>
          </a:p>
        </p:txBody>
      </p:sp>
      <p:sp>
        <p:nvSpPr>
          <p:cNvPr id="6" name="">
            <a:extLst xmlns:a="http://schemas.openxmlformats.org/drawingml/2006/main">
              <a:ext uri="{FF2B5EF4-FFF2-40B4-BE49-F238E27FC236}">
                <a16:creationId xmlns:a16="http://schemas.microsoft.com/office/drawing/2014/main" id="{0FAB8D3A-95E3-4538-8E00-BE11AE87DE0D}"/>
              </a:ext>
            </a:extLst>
          </p:cNvPr>
          <p:cNvSpPr>
            <a:spLocks xmlns:a="http://schemas.openxmlformats.org/drawingml/2006/main" noGrp="1"/>
          </p:cNvSpPr>
          <p:nvPr/>
        </p:nvSpPr>
        <p:spPr>
          <a:xfrm xmlns:a="http://schemas.openxmlformats.org/drawingml/2006/main">
            <a:off x="9439275" y="1809750"/>
            <a:ext cx="2143125" cy="904875"/>
          </a:xfrm>
          <a:prstGeom xmlns:a="http://schemas.openxmlformats.org/drawingml/2006/main" prst="rect">
            <a:avLst/>
          </a:prstGeom>
          <a:solidFill xmlns:a="http://schemas.openxmlformats.org/drawingml/2006/main">
            <a:srgbClr val="132A36"/>
          </a:solidFill>
          <a:ln xmlns:a="http://schemas.openxmlformats.org/drawingml/2006/main" w="9525">
            <a:solidFill>
              <a:srgbClr val="67D1BE"/>
            </a:solidFill>
          </a:ln>
        </p:spPr>
        <p:txBody>
          <a:bodyPr xmlns:a="http://schemas.openxmlformats.org/drawingml/2006/main"/>
          <a:lstStyle xmlns:a="http://schemas.openxmlformats.org/drawingml/2006/main">
            <a:defPPr>
              <a:defRPr sz="1875">
                <a:solidFill>
                  <a:srgbClr val="E8F0ED"/>
                </a:solidFill>
                <a:latin typeface="Arial"/>
                <a:ea typeface="Arial"/>
                <a:cs typeface="Arial"/>
              </a:defRPr>
            </a:defPPr>
            <a:lvl1pPr>
              <a:defRPr sz="1875">
                <a:solidFill>
                  <a:srgbClr val="E8F0ED"/>
                </a:solidFill>
                <a:latin typeface="Arial"/>
                <a:ea typeface="Arial"/>
                <a:cs typeface="Arial"/>
              </a:defRPr>
            </a:lvl1pPr>
            <a:lvl2pPr>
              <a:defRPr sz="1875">
                <a:solidFill>
                  <a:srgbClr val="E8F0ED"/>
                </a:solidFill>
                <a:latin typeface="Arial"/>
                <a:ea typeface="Arial"/>
                <a:cs typeface="Arial"/>
              </a:defRPr>
            </a:lvl2pPr>
            <a:lvl3pPr>
              <a:defRPr sz="1875">
                <a:solidFill>
                  <a:srgbClr val="E8F0ED"/>
                </a:solidFill>
                <a:latin typeface="Arial"/>
                <a:ea typeface="Arial"/>
                <a:cs typeface="Arial"/>
              </a:defRPr>
            </a:lvl3pPr>
            <a:lvl4pPr>
              <a:defRPr sz="1875">
                <a:solidFill>
                  <a:srgbClr val="E8F0ED"/>
                </a:solidFill>
                <a:latin typeface="Arial"/>
                <a:ea typeface="Arial"/>
                <a:cs typeface="Arial"/>
              </a:defRPr>
            </a:lvl4pPr>
            <a:lvl5pPr>
              <a:defRPr sz="1875">
                <a:solidFill>
                  <a:srgbClr val="E8F0ED"/>
                </a:solidFill>
                <a:latin typeface="Arial"/>
                <a:ea typeface="Arial"/>
                <a:cs typeface="Arial"/>
              </a:defRPr>
            </a:lvl5pPr>
            <a:lvl6pPr>
              <a:defRPr sz="1875">
                <a:solidFill>
                  <a:srgbClr val="E8F0ED"/>
                </a:solidFill>
                <a:latin typeface="Arial"/>
                <a:ea typeface="Arial"/>
                <a:cs typeface="Arial"/>
              </a:defRPr>
            </a:lvl6pPr>
            <a:lvl7pPr>
              <a:defRPr sz="1875">
                <a:solidFill>
                  <a:srgbClr val="E8F0ED"/>
                </a:solidFill>
                <a:latin typeface="Arial"/>
                <a:ea typeface="Arial"/>
                <a:cs typeface="Arial"/>
              </a:defRPr>
            </a:lvl7pPr>
            <a:lvl8pPr>
              <a:defRPr sz="1875">
                <a:solidFill>
                  <a:srgbClr val="E8F0ED"/>
                </a:solidFill>
                <a:latin typeface="Arial"/>
                <a:ea typeface="Arial"/>
                <a:cs typeface="Arial"/>
              </a:defRPr>
            </a:lvl8pPr>
            <a:lvl9pPr>
              <a:defRPr sz="1875">
                <a:solidFill>
                  <a:srgbClr val="E8F0ED"/>
                </a:solidFill>
                <a:latin typeface="Arial"/>
                <a:ea typeface="Arial"/>
                <a:cs typeface="Arial"/>
              </a:defRPr>
            </a:lvl9pPr>
          </a:lstStyle>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GLSL shading</a:t>
            </a:r>
          </a:p>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Shader</a:t>
            </a:r>
          </a:p>
        </p:txBody>
      </p:sp>
      <p:sp>
        <p:nvSpPr>
          <p:cNvPr id="10" name="">
            <a:extLst xmlns:a="http://schemas.openxmlformats.org/drawingml/2006/main">
              <a:ext uri="{FF2B5EF4-FFF2-40B4-BE49-F238E27FC236}">
                <a16:creationId xmlns:a16="http://schemas.microsoft.com/office/drawing/2014/main" id="{72C3F72A-0089-4089-A189-E3ADDE1BD3FF}"/>
              </a:ext>
            </a:extLst>
          </p:cNvPr>
          <p:cNvSpPr>
            <a:spLocks xmlns:a="http://schemas.openxmlformats.org/drawingml/2006/main" noGrp="1"/>
          </p:cNvSpPr>
          <p:nvPr/>
        </p:nvSpPr>
        <p:spPr>
          <a:xfrm xmlns:a="http://schemas.openxmlformats.org/drawingml/2006/main">
            <a:off x="619125" y="32861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67D1BE"/>
                </a:solidFill>
                <a:latin typeface="Arial"/>
                <a:ea typeface="Arial"/>
                <a:cs typeface="Arial"/>
              </a:defRPr>
            </a:defPPr>
            <a:lvl1pPr>
              <a:defRPr sz="2700" b="0">
                <a:solidFill>
                  <a:srgbClr val="67D1BE"/>
                </a:solidFill>
                <a:latin typeface="Arial"/>
                <a:ea typeface="Arial"/>
                <a:cs typeface="Arial"/>
              </a:defRPr>
            </a:lvl1pPr>
            <a:lvl2pPr>
              <a:defRPr sz="2700" b="0">
                <a:solidFill>
                  <a:srgbClr val="67D1BE"/>
                </a:solidFill>
                <a:latin typeface="Arial"/>
                <a:ea typeface="Arial"/>
                <a:cs typeface="Arial"/>
              </a:defRPr>
            </a:lvl2pPr>
            <a:lvl3pPr>
              <a:defRPr sz="2700" b="0">
                <a:solidFill>
                  <a:srgbClr val="67D1BE"/>
                </a:solidFill>
                <a:latin typeface="Arial"/>
                <a:ea typeface="Arial"/>
                <a:cs typeface="Arial"/>
              </a:defRPr>
            </a:lvl3pPr>
            <a:lvl4pPr>
              <a:defRPr sz="2700" b="0">
                <a:solidFill>
                  <a:srgbClr val="67D1BE"/>
                </a:solidFill>
                <a:latin typeface="Arial"/>
                <a:ea typeface="Arial"/>
                <a:cs typeface="Arial"/>
              </a:defRPr>
            </a:lvl4pPr>
            <a:lvl5pPr>
              <a:defRPr sz="2700" b="0">
                <a:solidFill>
                  <a:srgbClr val="67D1BE"/>
                </a:solidFill>
                <a:latin typeface="Arial"/>
                <a:ea typeface="Arial"/>
                <a:cs typeface="Arial"/>
              </a:defRPr>
            </a:lvl5pPr>
            <a:lvl6pPr>
              <a:defRPr sz="2700" b="0">
                <a:solidFill>
                  <a:srgbClr val="67D1BE"/>
                </a:solidFill>
                <a:latin typeface="Arial"/>
                <a:ea typeface="Arial"/>
                <a:cs typeface="Arial"/>
              </a:defRPr>
            </a:lvl6pPr>
            <a:lvl7pPr>
              <a:defRPr sz="2700" b="0">
                <a:solidFill>
                  <a:srgbClr val="67D1BE"/>
                </a:solidFill>
                <a:latin typeface="Arial"/>
                <a:ea typeface="Arial"/>
                <a:cs typeface="Arial"/>
              </a:defRPr>
            </a:lvl7pPr>
            <a:lvl8pPr>
              <a:defRPr sz="2700" b="0">
                <a:solidFill>
                  <a:srgbClr val="67D1BE"/>
                </a:solidFill>
                <a:latin typeface="Arial"/>
                <a:ea typeface="Arial"/>
                <a:cs typeface="Arial"/>
              </a:defRPr>
            </a:lvl8pPr>
            <a:lvl9pPr>
              <a:defRPr sz="2700" b="0">
                <a:solidFill>
                  <a:srgbClr val="67D1BE"/>
                </a:solidFill>
                <a:latin typeface="Arial"/>
                <a:ea typeface="Arial"/>
                <a:cs typeface="Arial"/>
              </a:defRPr>
            </a:lvl9pPr>
          </a:lstStyle>
          <a:p xmlns:a="http://schemas.openxmlformats.org/drawingml/2006/main">
            <a:pPr>
              <a:defRPr sz="2700" b="0">
                <a:solidFill>
                  <a:srgbClr val="67D1BE"/>
                </a:solidFill>
                <a:latin typeface="Arial"/>
                <a:ea typeface="Arial"/>
                <a:cs typeface="Arial"/>
              </a:defRPr>
            </a:pPr>
            <a:r>
              <a:rPr sz="2700" b="0">
                <a:solidFill>
                  <a:srgbClr val="67D1BE"/>
                </a:solidFill>
                <a:latin typeface="Arial"/>
                <a:ea typeface="Arial"/>
                <a:cs typeface="Arial"/>
              </a:rPr>
              <a:t>pclip = P × V × Mparent × Mlocal × pobject</a:t>
            </a:r>
          </a:p>
        </p:txBody>
      </p:sp>
      <p:sp>
        <p:nvSpPr>
          <p:cNvPr id="11" name="">
            <a:extLst xmlns:a="http://schemas.openxmlformats.org/drawingml/2006/main">
              <a:ext uri="{FF2B5EF4-FFF2-40B4-BE49-F238E27FC236}">
                <a16:creationId xmlns:a16="http://schemas.microsoft.com/office/drawing/2014/main" id="{4ADC698A-0B6F-44E0-A5E2-8384206B06C8}"/>
              </a:ext>
            </a:extLst>
          </p:cNvPr>
          <p:cNvSpPr>
            <a:spLocks xmlns:a="http://schemas.openxmlformats.org/drawingml/2006/main" noGrp="1"/>
          </p:cNvSpPr>
          <p:nvPr/>
        </p:nvSpPr>
        <p:spPr>
          <a:xfrm xmlns:a="http://schemas.openxmlformats.org/drawingml/2006/main">
            <a:off x="619125" y="423862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8F0ED"/>
                </a:solidFill>
                <a:latin typeface="Arial"/>
                <a:ea typeface="Arial"/>
                <a:cs typeface="Arial"/>
              </a:defRPr>
            </a:defPPr>
            <a:lvl1pPr>
              <a:defRPr sz="2250" b="0">
                <a:solidFill>
                  <a:srgbClr val="E8F0ED"/>
                </a:solidFill>
                <a:latin typeface="Arial"/>
                <a:ea typeface="Arial"/>
                <a:cs typeface="Arial"/>
              </a:defRPr>
            </a:lvl1pPr>
            <a:lvl2pPr>
              <a:defRPr sz="2250" b="0">
                <a:solidFill>
                  <a:srgbClr val="E8F0ED"/>
                </a:solidFill>
                <a:latin typeface="Arial"/>
                <a:ea typeface="Arial"/>
                <a:cs typeface="Arial"/>
              </a:defRPr>
            </a:lvl2pPr>
            <a:lvl3pPr>
              <a:defRPr sz="2250" b="0">
                <a:solidFill>
                  <a:srgbClr val="E8F0ED"/>
                </a:solidFill>
                <a:latin typeface="Arial"/>
                <a:ea typeface="Arial"/>
                <a:cs typeface="Arial"/>
              </a:defRPr>
            </a:lvl3pPr>
            <a:lvl4pPr>
              <a:defRPr sz="2250" b="0">
                <a:solidFill>
                  <a:srgbClr val="E8F0ED"/>
                </a:solidFill>
                <a:latin typeface="Arial"/>
                <a:ea typeface="Arial"/>
                <a:cs typeface="Arial"/>
              </a:defRPr>
            </a:lvl4pPr>
            <a:lvl5pPr>
              <a:defRPr sz="2250" b="0">
                <a:solidFill>
                  <a:srgbClr val="E8F0ED"/>
                </a:solidFill>
                <a:latin typeface="Arial"/>
                <a:ea typeface="Arial"/>
                <a:cs typeface="Arial"/>
              </a:defRPr>
            </a:lvl5pPr>
            <a:lvl6pPr>
              <a:defRPr sz="2250" b="0">
                <a:solidFill>
                  <a:srgbClr val="E8F0ED"/>
                </a:solidFill>
                <a:latin typeface="Arial"/>
                <a:ea typeface="Arial"/>
                <a:cs typeface="Arial"/>
              </a:defRPr>
            </a:lvl6pPr>
            <a:lvl7pPr>
              <a:defRPr sz="2250" b="0">
                <a:solidFill>
                  <a:srgbClr val="E8F0ED"/>
                </a:solidFill>
                <a:latin typeface="Arial"/>
                <a:ea typeface="Arial"/>
                <a:cs typeface="Arial"/>
              </a:defRPr>
            </a:lvl7pPr>
            <a:lvl8pPr>
              <a:defRPr sz="2250" b="0">
                <a:solidFill>
                  <a:srgbClr val="E8F0ED"/>
                </a:solidFill>
                <a:latin typeface="Arial"/>
                <a:ea typeface="Arial"/>
                <a:cs typeface="Arial"/>
              </a:defRPr>
            </a:lvl8pPr>
            <a:lvl9pPr>
              <a:defRPr sz="2250" b="0">
                <a:solidFill>
                  <a:srgbClr val="E8F0ED"/>
                </a:solidFill>
                <a:latin typeface="Arial"/>
                <a:ea typeface="Arial"/>
                <a:cs typeface="Arial"/>
              </a:defRPr>
            </a:lvl9pPr>
          </a:lstStyle>
          <a:p xmlns:a="http://schemas.openxmlformats.org/drawingml/2006/main">
            <a:pPr>
              <a:defRPr sz="2250" b="0">
                <a:solidFill>
                  <a:srgbClr val="E8F0ED"/>
                </a:solidFill>
                <a:latin typeface="Arial"/>
                <a:ea typeface="Arial"/>
                <a:cs typeface="Arial"/>
              </a:defRPr>
            </a:pPr>
            <a:r>
              <a:rPr sz="2250" b="0">
                <a:solidFill>
                  <a:srgbClr val="E8F0ED"/>
                </a:solidFill>
                <a:latin typeface="Arial"/>
                <a:ea typeface="Arial"/>
                <a:cs typeface="Arial"/>
              </a:rPr>
              <a:t>One vertex crosses object, world, view and clip space.</a:t>
            </a:r>
          </a:p>
          <a:p xmlns:a="http://schemas.openxmlformats.org/drawingml/2006/main">
            <a:pPr>
              <a:defRPr sz="2250" b="0">
                <a:solidFill>
                  <a:srgbClr val="E8F0ED"/>
                </a:solidFill>
                <a:latin typeface="Arial"/>
                <a:ea typeface="Arial"/>
                <a:cs typeface="Arial"/>
              </a:defRPr>
            </a:pPr>
            <a:r>
              <a:rPr sz="2250" b="0">
                <a:solidFill>
                  <a:srgbClr val="E8F0ED"/>
                </a:solidFill>
                <a:latin typeface="Arial"/>
                <a:ea typeface="Arial"/>
                <a:cs typeface="Arial"/>
              </a:rPr>
              <a:t>The fragment stage combines material, normal and light data.</a:t>
            </a:r>
          </a:p>
        </p:txBody>
      </p:sp>
      <p:sp>
        <p:nvSpPr>
          <p:cNvPr id="12" name="">
            <a:extLst xmlns:a="http://schemas.openxmlformats.org/drawingml/2006/main">
              <a:ext uri="{FF2B5EF4-FFF2-40B4-BE49-F238E27FC236}">
                <a16:creationId xmlns:a16="http://schemas.microsoft.com/office/drawing/2014/main" id="{D8A05EB5-74B6-4EB3-A626-786B99045B81}"/>
              </a:ext>
            </a:extLst>
          </p:cNvPr>
          <p:cNvSpPr>
            <a:spLocks xmlns:a="http://schemas.openxmlformats.org/drawingml/2006/main" noGrp="1"/>
          </p:cNvSpPr>
          <p:nvPr/>
        </p:nvSpPr>
        <p:spPr>
          <a:xfrm xmlns:a="http://schemas.openxmlformats.org/drawingml/2006/main">
            <a:off x="619125" y="5762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4B8BE"/>
                </a:solidFill>
                <a:latin typeface="Arial"/>
                <a:ea typeface="Arial"/>
                <a:cs typeface="Arial"/>
              </a:defRPr>
            </a:defPPr>
            <a:lvl1pPr>
              <a:defRPr sz="1875" b="0">
                <a:solidFill>
                  <a:srgbClr val="A4B8BE"/>
                </a:solidFill>
                <a:latin typeface="Arial"/>
                <a:ea typeface="Arial"/>
                <a:cs typeface="Arial"/>
              </a:defRPr>
            </a:lvl1pPr>
            <a:lvl2pPr>
              <a:defRPr sz="1875" b="0">
                <a:solidFill>
                  <a:srgbClr val="A4B8BE"/>
                </a:solidFill>
                <a:latin typeface="Arial"/>
                <a:ea typeface="Arial"/>
                <a:cs typeface="Arial"/>
              </a:defRPr>
            </a:lvl2pPr>
            <a:lvl3pPr>
              <a:defRPr sz="1875" b="0">
                <a:solidFill>
                  <a:srgbClr val="A4B8BE"/>
                </a:solidFill>
                <a:latin typeface="Arial"/>
                <a:ea typeface="Arial"/>
                <a:cs typeface="Arial"/>
              </a:defRPr>
            </a:lvl3pPr>
            <a:lvl4pPr>
              <a:defRPr sz="1875" b="0">
                <a:solidFill>
                  <a:srgbClr val="A4B8BE"/>
                </a:solidFill>
                <a:latin typeface="Arial"/>
                <a:ea typeface="Arial"/>
                <a:cs typeface="Arial"/>
              </a:defRPr>
            </a:lvl4pPr>
            <a:lvl5pPr>
              <a:defRPr sz="1875" b="0">
                <a:solidFill>
                  <a:srgbClr val="A4B8BE"/>
                </a:solidFill>
                <a:latin typeface="Arial"/>
                <a:ea typeface="Arial"/>
                <a:cs typeface="Arial"/>
              </a:defRPr>
            </a:lvl5pPr>
            <a:lvl6pPr>
              <a:defRPr sz="1875" b="0">
                <a:solidFill>
                  <a:srgbClr val="A4B8BE"/>
                </a:solidFill>
                <a:latin typeface="Arial"/>
                <a:ea typeface="Arial"/>
                <a:cs typeface="Arial"/>
              </a:defRPr>
            </a:lvl6pPr>
            <a:lvl7pPr>
              <a:defRPr sz="1875" b="0">
                <a:solidFill>
                  <a:srgbClr val="A4B8BE"/>
                </a:solidFill>
                <a:latin typeface="Arial"/>
                <a:ea typeface="Arial"/>
                <a:cs typeface="Arial"/>
              </a:defRPr>
            </a:lvl7pPr>
            <a:lvl8pPr>
              <a:defRPr sz="1875" b="0">
                <a:solidFill>
                  <a:srgbClr val="A4B8BE"/>
                </a:solidFill>
                <a:latin typeface="Arial"/>
                <a:ea typeface="Arial"/>
                <a:cs typeface="Arial"/>
              </a:defRPr>
            </a:lvl8pPr>
            <a:lvl9pPr>
              <a:defRPr sz="1875" b="0">
                <a:solidFill>
                  <a:srgbClr val="A4B8BE"/>
                </a:solidFill>
                <a:latin typeface="Arial"/>
                <a:ea typeface="Arial"/>
                <a:cs typeface="Arial"/>
              </a:defRPr>
            </a:lvl9pPr>
          </a:lstStyle>
          <a:p xmlns:a="http://schemas.openxmlformats.org/drawingml/2006/main">
            <a:pPr>
              <a:defRPr sz="1875" b="0">
                <a:solidFill>
                  <a:srgbClr val="A4B8BE"/>
                </a:solidFill>
                <a:latin typeface="Arial"/>
                <a:ea typeface="Arial"/>
                <a:cs typeface="Arial"/>
              </a:defRPr>
            </a:pPr>
            <a:r>
              <a:rPr sz="1875" b="0">
                <a:solidFill>
                  <a:srgbClr val="A4B8BE"/>
                </a:solidFill>
                <a:latin typeface="Arial"/>
                <a:ea typeface="Arial"/>
                <a:cs typeface="Arial"/>
              </a:rPr>
              <a:t>Render order: sky, opaque scene, smoke, fire, interface</a:t>
            </a:r>
          </a:p>
        </p:txBody>
      </p:sp>
    </p:spTree>
    <p:extLst>
      <p:ext uri="{BB962C8B-B14F-4D97-AF65-F5344CB8AC3E}">
        <p14:creationId xmlns:p14="http://schemas.microsoft.com/office/powerpoint/2010/main" val="450805637"/>
      </p:ext>
    </p:extLst>
  </p:cSld>
</p:sld>
</file>

<file path=ppt/slides/slide4.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8F7AEBF7-7AAA-433A-A2DF-B9C8093A7428}"/>
              </a:ext>
            </a:extLst>
          </p:cNvPr>
          <p:cNvCxnSpPr>
            <a:stCxn xmlns:a="http://schemas.openxmlformats.org/drawingml/2006/main" id="3" idx="2"/>
            <a:endCxn xmlns:a="http://schemas.openxmlformats.org/drawingml/2006/main" id="5" idx="0"/>
          </p:cNvCxnSpPr>
          <p:nvPr/>
        </p:nvCxnSpPr>
        <p:spPr>
          <a:xfrm xmlns:a="http://schemas.openxmlformats.org/drawingml/2006/main">
            <a:off x="2952750" y="2762250"/>
            <a:ext cx="1381125" cy="1000125"/>
          </a:xfrm>
          <a:prstGeom xmlns:a="http://schemas.openxmlformats.org/drawingml/2006/main" prst="straightConnector1">
            <a:avLst/>
          </a:prstGeom>
          <a:ln xmlns:a="http://schemas.openxmlformats.org/drawingml/2006/main" w="19050">
            <a:solidFill>
              <a:srgbClr val="67D1BE"/>
            </a:solidFill>
            <a:tailEnd type="triangle" w="med" len="med"/>
          </a:ln>
        </p:spPr>
      </p:cxnSp>
      <p:cxnSp>
        <p:nvCxnSpPr>
          <p:cNvPr id="6" name="">
            <a:extLst xmlns:a="http://schemas.openxmlformats.org/drawingml/2006/main">
              <a:ext uri="{FF2B5EF4-FFF2-40B4-BE49-F238E27FC236}">
                <a16:creationId xmlns:a16="http://schemas.microsoft.com/office/drawing/2014/main" id="{0FC5D604-FE09-4D92-A558-94CD71E62BC2}"/>
              </a:ext>
            </a:extLst>
          </p:cNvPr>
          <p:cNvCxnSpPr>
            <a:stCxn xmlns:a="http://schemas.openxmlformats.org/drawingml/2006/main" id="3" idx="2"/>
            <a:endCxn xmlns:a="http://schemas.openxmlformats.org/drawingml/2006/main" id="4" idx="0"/>
          </p:cNvCxnSpPr>
          <p:nvPr/>
        </p:nvCxnSpPr>
        <p:spPr>
          <a:xfrm xmlns:a="http://schemas.openxmlformats.org/drawingml/2006/main" flipH="1">
            <a:off x="1704975" y="2762250"/>
            <a:ext cx="1247775" cy="1000125"/>
          </a:xfrm>
          <a:prstGeom xmlns:a="http://schemas.openxmlformats.org/drawingml/2006/main" prst="straightConnector1">
            <a:avLst/>
          </a:prstGeom>
          <a:ln xmlns:a="http://schemas.openxmlformats.org/drawingml/2006/main" w="19050">
            <a:solidFill>
              <a:srgbClr val="67D1BE"/>
            </a:solidFill>
            <a:tailEnd type="triangle" w="med" len="med"/>
          </a:ln>
        </p:spPr>
      </p:cxnSp>
      <p:sp>
        <p:nvSpPr>
          <p:cNvPr id="11" name="">
            <a:extLst xmlns:a="http://schemas.openxmlformats.org/drawingml/2006/main">
              <a:ext uri="{FF2B5EF4-FFF2-40B4-BE49-F238E27FC236}">
                <a16:creationId xmlns:a16="http://schemas.microsoft.com/office/drawing/2014/main" id="{00E62483-6CC0-4686-9944-37B99722FE9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8F0ED"/>
                </a:solidFill>
                <a:latin typeface="Arial"/>
                <a:ea typeface="Arial"/>
                <a:cs typeface="Arial"/>
              </a:defRPr>
            </a:defPPr>
            <a:lvl1pPr>
              <a:defRPr sz="3450" b="1">
                <a:solidFill>
                  <a:srgbClr val="E8F0ED"/>
                </a:solidFill>
                <a:latin typeface="Arial"/>
                <a:ea typeface="Arial"/>
                <a:cs typeface="Arial"/>
              </a:defRPr>
            </a:lvl1pPr>
            <a:lvl2pPr>
              <a:defRPr sz="3450" b="1">
                <a:solidFill>
                  <a:srgbClr val="E8F0ED"/>
                </a:solidFill>
                <a:latin typeface="Arial"/>
                <a:ea typeface="Arial"/>
                <a:cs typeface="Arial"/>
              </a:defRPr>
            </a:lvl2pPr>
            <a:lvl3pPr>
              <a:defRPr sz="3450" b="1">
                <a:solidFill>
                  <a:srgbClr val="E8F0ED"/>
                </a:solidFill>
                <a:latin typeface="Arial"/>
                <a:ea typeface="Arial"/>
                <a:cs typeface="Arial"/>
              </a:defRPr>
            </a:lvl3pPr>
            <a:lvl4pPr>
              <a:defRPr sz="3450" b="1">
                <a:solidFill>
                  <a:srgbClr val="E8F0ED"/>
                </a:solidFill>
                <a:latin typeface="Arial"/>
                <a:ea typeface="Arial"/>
                <a:cs typeface="Arial"/>
              </a:defRPr>
            </a:lvl4pPr>
            <a:lvl5pPr>
              <a:defRPr sz="3450" b="1">
                <a:solidFill>
                  <a:srgbClr val="E8F0ED"/>
                </a:solidFill>
                <a:latin typeface="Arial"/>
                <a:ea typeface="Arial"/>
                <a:cs typeface="Arial"/>
              </a:defRPr>
            </a:lvl5pPr>
            <a:lvl6pPr>
              <a:defRPr sz="3450" b="1">
                <a:solidFill>
                  <a:srgbClr val="E8F0ED"/>
                </a:solidFill>
                <a:latin typeface="Arial"/>
                <a:ea typeface="Arial"/>
                <a:cs typeface="Arial"/>
              </a:defRPr>
            </a:lvl6pPr>
            <a:lvl7pPr>
              <a:defRPr sz="3450" b="1">
                <a:solidFill>
                  <a:srgbClr val="E8F0ED"/>
                </a:solidFill>
                <a:latin typeface="Arial"/>
                <a:ea typeface="Arial"/>
                <a:cs typeface="Arial"/>
              </a:defRPr>
            </a:lvl7pPr>
            <a:lvl8pPr>
              <a:defRPr sz="3450" b="1">
                <a:solidFill>
                  <a:srgbClr val="E8F0ED"/>
                </a:solidFill>
                <a:latin typeface="Arial"/>
                <a:ea typeface="Arial"/>
                <a:cs typeface="Arial"/>
              </a:defRPr>
            </a:lvl8pPr>
            <a:lvl9pPr>
              <a:defRPr sz="3450" b="1">
                <a:solidFill>
                  <a:srgbClr val="E8F0ED"/>
                </a:solidFill>
                <a:latin typeface="Arial"/>
                <a:ea typeface="Arial"/>
                <a:cs typeface="Arial"/>
              </a:defRPr>
            </a:lvl9pPr>
          </a:lstStyle>
          <a:p xmlns:a="http://schemas.openxmlformats.org/drawingml/2006/main">
            <a:pPr>
              <a:defRPr sz="3450" b="1">
                <a:solidFill>
                  <a:srgbClr val="E8F0ED"/>
                </a:solidFill>
                <a:latin typeface="Arial"/>
                <a:ea typeface="Arial"/>
                <a:cs typeface="Arial"/>
              </a:defRPr>
            </a:pPr>
            <a:r>
              <a:rPr sz="3450" b="1">
                <a:solidFill>
                  <a:srgbClr val="E8F0ED"/>
                </a:solidFill>
                <a:latin typeface="Arial"/>
                <a:ea typeface="Arial"/>
                <a:cs typeface="Arial"/>
              </a:rPr>
              <a:t>Hierarchy and booster separation</a:t>
            </a:r>
          </a:p>
        </p:txBody>
      </p:sp>
      <p:sp>
        <p:nvSpPr>
          <p:cNvPr id="2" name="">
            <a:extLst xmlns:a="http://schemas.openxmlformats.org/drawingml/2006/main">
              <a:ext uri="{FF2B5EF4-FFF2-40B4-BE49-F238E27FC236}">
                <a16:creationId xmlns:a16="http://schemas.microsoft.com/office/drawing/2014/main" id="{498B2537-C5BC-40A7-9E68-E7CF41467530}"/>
              </a:ext>
            </a:extLst>
          </p:cNvPr>
          <p:cNvSpPr>
            <a:spLocks xmlns:a="http://schemas.openxmlformats.org/drawingml/2006/main" noGrp="1"/>
          </p:cNvSpPr>
          <p:nvPr/>
        </p:nvSpPr>
        <p:spPr>
          <a:xfrm xmlns:a="http://schemas.openxmlformats.org/drawingml/2006/main">
            <a:off x="1114425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4B8BE"/>
                </a:solidFill>
                <a:latin typeface="Arial"/>
                <a:ea typeface="Arial"/>
                <a:cs typeface="Arial"/>
              </a:defRPr>
            </a:defPPr>
            <a:lvl1pPr>
              <a:defRPr sz="1350" b="0">
                <a:solidFill>
                  <a:srgbClr val="A4B8BE"/>
                </a:solidFill>
                <a:latin typeface="Arial"/>
                <a:ea typeface="Arial"/>
                <a:cs typeface="Arial"/>
              </a:defRPr>
            </a:lvl1pPr>
            <a:lvl2pPr>
              <a:defRPr sz="1350" b="0">
                <a:solidFill>
                  <a:srgbClr val="A4B8BE"/>
                </a:solidFill>
                <a:latin typeface="Arial"/>
                <a:ea typeface="Arial"/>
                <a:cs typeface="Arial"/>
              </a:defRPr>
            </a:lvl2pPr>
            <a:lvl3pPr>
              <a:defRPr sz="1350" b="0">
                <a:solidFill>
                  <a:srgbClr val="A4B8BE"/>
                </a:solidFill>
                <a:latin typeface="Arial"/>
                <a:ea typeface="Arial"/>
                <a:cs typeface="Arial"/>
              </a:defRPr>
            </a:lvl3pPr>
            <a:lvl4pPr>
              <a:defRPr sz="1350" b="0">
                <a:solidFill>
                  <a:srgbClr val="A4B8BE"/>
                </a:solidFill>
                <a:latin typeface="Arial"/>
                <a:ea typeface="Arial"/>
                <a:cs typeface="Arial"/>
              </a:defRPr>
            </a:lvl4pPr>
            <a:lvl5pPr>
              <a:defRPr sz="1350" b="0">
                <a:solidFill>
                  <a:srgbClr val="A4B8BE"/>
                </a:solidFill>
                <a:latin typeface="Arial"/>
                <a:ea typeface="Arial"/>
                <a:cs typeface="Arial"/>
              </a:defRPr>
            </a:lvl5pPr>
            <a:lvl6pPr>
              <a:defRPr sz="1350" b="0">
                <a:solidFill>
                  <a:srgbClr val="A4B8BE"/>
                </a:solidFill>
                <a:latin typeface="Arial"/>
                <a:ea typeface="Arial"/>
                <a:cs typeface="Arial"/>
              </a:defRPr>
            </a:lvl6pPr>
            <a:lvl7pPr>
              <a:defRPr sz="1350" b="0">
                <a:solidFill>
                  <a:srgbClr val="A4B8BE"/>
                </a:solidFill>
                <a:latin typeface="Arial"/>
                <a:ea typeface="Arial"/>
                <a:cs typeface="Arial"/>
              </a:defRPr>
            </a:lvl7pPr>
            <a:lvl8pPr>
              <a:defRPr sz="1350" b="0">
                <a:solidFill>
                  <a:srgbClr val="A4B8BE"/>
                </a:solidFill>
                <a:latin typeface="Arial"/>
                <a:ea typeface="Arial"/>
                <a:cs typeface="Arial"/>
              </a:defRPr>
            </a:lvl8pPr>
            <a:lvl9pPr>
              <a:defRPr sz="1350" b="0">
                <a:solidFill>
                  <a:srgbClr val="A4B8BE"/>
                </a:solidFill>
                <a:latin typeface="Arial"/>
                <a:ea typeface="Arial"/>
                <a:cs typeface="Arial"/>
              </a:defRPr>
            </a:lvl9pPr>
          </a:lstStyle>
          <a:p xmlns:a="http://schemas.openxmlformats.org/drawingml/2006/main">
            <a:pPr>
              <a:defRPr sz="1350" b="0">
                <a:solidFill>
                  <a:srgbClr val="A4B8BE"/>
                </a:solidFill>
                <a:latin typeface="Arial"/>
                <a:ea typeface="Arial"/>
                <a:cs typeface="Arial"/>
              </a:defRPr>
            </a:pPr>
            <a:r>
              <a:rPr sz="1350" b="0">
                <a:solidFill>
                  <a:srgbClr val="A4B8BE"/>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3285346-18C3-49C6-9068-47288E50226F}"/>
              </a:ext>
            </a:extLst>
          </p:cNvPr>
          <p:cNvSpPr>
            <a:spLocks xmlns:a="http://schemas.openxmlformats.org/drawingml/2006/main" noGrp="1"/>
          </p:cNvSpPr>
          <p:nvPr/>
        </p:nvSpPr>
        <p:spPr>
          <a:xfrm xmlns:a="http://schemas.openxmlformats.org/drawingml/2006/main">
            <a:off x="1619250" y="1809750"/>
            <a:ext cx="2667000" cy="952500"/>
          </a:xfrm>
          <a:prstGeom xmlns:a="http://schemas.openxmlformats.org/drawingml/2006/main" prst="rect">
            <a:avLst/>
          </a:prstGeom>
          <a:solidFill xmlns:a="http://schemas.openxmlformats.org/drawingml/2006/main">
            <a:srgbClr val="132A36"/>
          </a:solidFill>
          <a:ln xmlns:a="http://schemas.openxmlformats.org/drawingml/2006/main" w="9525">
            <a:solidFill>
              <a:srgbClr val="67D1BE"/>
            </a:solidFill>
          </a:ln>
        </p:spPr>
        <p:txBody>
          <a:bodyPr xmlns:a="http://schemas.openxmlformats.org/drawingml/2006/main"/>
          <a:lstStyle xmlns:a="http://schemas.openxmlformats.org/drawingml/2006/main">
            <a:defPPr>
              <a:defRPr sz="1875">
                <a:solidFill>
                  <a:srgbClr val="E8F0ED"/>
                </a:solidFill>
                <a:latin typeface="Arial"/>
                <a:ea typeface="Arial"/>
                <a:cs typeface="Arial"/>
              </a:defRPr>
            </a:defPPr>
            <a:lvl1pPr>
              <a:defRPr sz="1875">
                <a:solidFill>
                  <a:srgbClr val="E8F0ED"/>
                </a:solidFill>
                <a:latin typeface="Arial"/>
                <a:ea typeface="Arial"/>
                <a:cs typeface="Arial"/>
              </a:defRPr>
            </a:lvl1pPr>
            <a:lvl2pPr>
              <a:defRPr sz="1875">
                <a:solidFill>
                  <a:srgbClr val="E8F0ED"/>
                </a:solidFill>
                <a:latin typeface="Arial"/>
                <a:ea typeface="Arial"/>
                <a:cs typeface="Arial"/>
              </a:defRPr>
            </a:lvl2pPr>
            <a:lvl3pPr>
              <a:defRPr sz="1875">
                <a:solidFill>
                  <a:srgbClr val="E8F0ED"/>
                </a:solidFill>
                <a:latin typeface="Arial"/>
                <a:ea typeface="Arial"/>
                <a:cs typeface="Arial"/>
              </a:defRPr>
            </a:lvl3pPr>
            <a:lvl4pPr>
              <a:defRPr sz="1875">
                <a:solidFill>
                  <a:srgbClr val="E8F0ED"/>
                </a:solidFill>
                <a:latin typeface="Arial"/>
                <a:ea typeface="Arial"/>
                <a:cs typeface="Arial"/>
              </a:defRPr>
            </a:lvl4pPr>
            <a:lvl5pPr>
              <a:defRPr sz="1875">
                <a:solidFill>
                  <a:srgbClr val="E8F0ED"/>
                </a:solidFill>
                <a:latin typeface="Arial"/>
                <a:ea typeface="Arial"/>
                <a:cs typeface="Arial"/>
              </a:defRPr>
            </a:lvl5pPr>
            <a:lvl6pPr>
              <a:defRPr sz="1875">
                <a:solidFill>
                  <a:srgbClr val="E8F0ED"/>
                </a:solidFill>
                <a:latin typeface="Arial"/>
                <a:ea typeface="Arial"/>
                <a:cs typeface="Arial"/>
              </a:defRPr>
            </a:lvl6pPr>
            <a:lvl7pPr>
              <a:defRPr sz="1875">
                <a:solidFill>
                  <a:srgbClr val="E8F0ED"/>
                </a:solidFill>
                <a:latin typeface="Arial"/>
                <a:ea typeface="Arial"/>
                <a:cs typeface="Arial"/>
              </a:defRPr>
            </a:lvl7pPr>
            <a:lvl8pPr>
              <a:defRPr sz="1875">
                <a:solidFill>
                  <a:srgbClr val="E8F0ED"/>
                </a:solidFill>
                <a:latin typeface="Arial"/>
                <a:ea typeface="Arial"/>
                <a:cs typeface="Arial"/>
              </a:defRPr>
            </a:lvl8pPr>
            <a:lvl9pPr>
              <a:defRPr sz="1875">
                <a:solidFill>
                  <a:srgbClr val="E8F0ED"/>
                </a:solidFill>
                <a:latin typeface="Arial"/>
                <a:ea typeface="Arial"/>
                <a:cs typeface="Arial"/>
              </a:defRPr>
            </a:lvl9pPr>
          </a:lstStyle>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Rocket parent</a:t>
            </a:r>
          </a:p>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Altitude h(t)</a:t>
            </a:r>
          </a:p>
        </p:txBody>
      </p:sp>
      <p:sp>
        <p:nvSpPr>
          <p:cNvPr id="4" name="">
            <a:extLst xmlns:a="http://schemas.openxmlformats.org/drawingml/2006/main">
              <a:ext uri="{FF2B5EF4-FFF2-40B4-BE49-F238E27FC236}">
                <a16:creationId xmlns:a16="http://schemas.microsoft.com/office/drawing/2014/main" id="{E5551AC8-6A51-49C7-A875-0232556C49BA}"/>
              </a:ext>
            </a:extLst>
          </p:cNvPr>
          <p:cNvSpPr>
            <a:spLocks xmlns:a="http://schemas.openxmlformats.org/drawingml/2006/main" noGrp="1"/>
          </p:cNvSpPr>
          <p:nvPr/>
        </p:nvSpPr>
        <p:spPr>
          <a:xfrm xmlns:a="http://schemas.openxmlformats.org/drawingml/2006/main">
            <a:off x="609600" y="3762375"/>
            <a:ext cx="2190750" cy="952500"/>
          </a:xfrm>
          <a:prstGeom xmlns:a="http://schemas.openxmlformats.org/drawingml/2006/main" prst="rect">
            <a:avLst/>
          </a:prstGeom>
          <a:solidFill xmlns:a="http://schemas.openxmlformats.org/drawingml/2006/main">
            <a:srgbClr val="132A36"/>
          </a:solidFill>
          <a:ln xmlns:a="http://schemas.openxmlformats.org/drawingml/2006/main" w="9525">
            <a:solidFill>
              <a:srgbClr val="67D1BE"/>
            </a:solidFill>
          </a:ln>
        </p:spPr>
        <p:txBody>
          <a:bodyPr xmlns:a="http://schemas.openxmlformats.org/drawingml/2006/main"/>
          <a:lstStyle xmlns:a="http://schemas.openxmlformats.org/drawingml/2006/main">
            <a:defPPr>
              <a:defRPr sz="1875">
                <a:solidFill>
                  <a:srgbClr val="E8F0ED"/>
                </a:solidFill>
                <a:latin typeface="Arial"/>
                <a:ea typeface="Arial"/>
                <a:cs typeface="Arial"/>
              </a:defRPr>
            </a:defPPr>
            <a:lvl1pPr>
              <a:defRPr sz="1875">
                <a:solidFill>
                  <a:srgbClr val="E8F0ED"/>
                </a:solidFill>
                <a:latin typeface="Arial"/>
                <a:ea typeface="Arial"/>
                <a:cs typeface="Arial"/>
              </a:defRPr>
            </a:lvl1pPr>
            <a:lvl2pPr>
              <a:defRPr sz="1875">
                <a:solidFill>
                  <a:srgbClr val="E8F0ED"/>
                </a:solidFill>
                <a:latin typeface="Arial"/>
                <a:ea typeface="Arial"/>
                <a:cs typeface="Arial"/>
              </a:defRPr>
            </a:lvl2pPr>
            <a:lvl3pPr>
              <a:defRPr sz="1875">
                <a:solidFill>
                  <a:srgbClr val="E8F0ED"/>
                </a:solidFill>
                <a:latin typeface="Arial"/>
                <a:ea typeface="Arial"/>
                <a:cs typeface="Arial"/>
              </a:defRPr>
            </a:lvl3pPr>
            <a:lvl4pPr>
              <a:defRPr sz="1875">
                <a:solidFill>
                  <a:srgbClr val="E8F0ED"/>
                </a:solidFill>
                <a:latin typeface="Arial"/>
                <a:ea typeface="Arial"/>
                <a:cs typeface="Arial"/>
              </a:defRPr>
            </a:lvl4pPr>
            <a:lvl5pPr>
              <a:defRPr sz="1875">
                <a:solidFill>
                  <a:srgbClr val="E8F0ED"/>
                </a:solidFill>
                <a:latin typeface="Arial"/>
                <a:ea typeface="Arial"/>
                <a:cs typeface="Arial"/>
              </a:defRPr>
            </a:lvl5pPr>
            <a:lvl6pPr>
              <a:defRPr sz="1875">
                <a:solidFill>
                  <a:srgbClr val="E8F0ED"/>
                </a:solidFill>
                <a:latin typeface="Arial"/>
                <a:ea typeface="Arial"/>
                <a:cs typeface="Arial"/>
              </a:defRPr>
            </a:lvl6pPr>
            <a:lvl7pPr>
              <a:defRPr sz="1875">
                <a:solidFill>
                  <a:srgbClr val="E8F0ED"/>
                </a:solidFill>
                <a:latin typeface="Arial"/>
                <a:ea typeface="Arial"/>
                <a:cs typeface="Arial"/>
              </a:defRPr>
            </a:lvl7pPr>
            <a:lvl8pPr>
              <a:defRPr sz="1875">
                <a:solidFill>
                  <a:srgbClr val="E8F0ED"/>
                </a:solidFill>
                <a:latin typeface="Arial"/>
                <a:ea typeface="Arial"/>
                <a:cs typeface="Arial"/>
              </a:defRPr>
            </a:lvl8pPr>
            <a:lvl9pPr>
              <a:defRPr sz="1875">
                <a:solidFill>
                  <a:srgbClr val="E8F0ED"/>
                </a:solidFill>
                <a:latin typeface="Arial"/>
                <a:ea typeface="Arial"/>
                <a:cs typeface="Arial"/>
              </a:defRPr>
            </a:lvl9pPr>
          </a:lstStyle>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Core body</a:t>
            </a:r>
          </a:p>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and nose</a:t>
            </a:r>
          </a:p>
        </p:txBody>
      </p:sp>
      <p:sp>
        <p:nvSpPr>
          <p:cNvPr id="5" name="">
            <a:extLst xmlns:a="http://schemas.openxmlformats.org/drawingml/2006/main">
              <a:ext uri="{FF2B5EF4-FFF2-40B4-BE49-F238E27FC236}">
                <a16:creationId xmlns:a16="http://schemas.microsoft.com/office/drawing/2014/main" id="{811AD367-F6C0-47F0-A1A2-0DB7E9EBF2EF}"/>
              </a:ext>
            </a:extLst>
          </p:cNvPr>
          <p:cNvSpPr>
            <a:spLocks xmlns:a="http://schemas.openxmlformats.org/drawingml/2006/main" noGrp="1"/>
          </p:cNvSpPr>
          <p:nvPr/>
        </p:nvSpPr>
        <p:spPr>
          <a:xfrm xmlns:a="http://schemas.openxmlformats.org/drawingml/2006/main">
            <a:off x="3238500" y="3762375"/>
            <a:ext cx="2190750" cy="952500"/>
          </a:xfrm>
          <a:prstGeom xmlns:a="http://schemas.openxmlformats.org/drawingml/2006/main" prst="rect">
            <a:avLst/>
          </a:prstGeom>
          <a:solidFill xmlns:a="http://schemas.openxmlformats.org/drawingml/2006/main">
            <a:srgbClr val="132A36"/>
          </a:solidFill>
          <a:ln xmlns:a="http://schemas.openxmlformats.org/drawingml/2006/main" w="9525">
            <a:solidFill>
              <a:srgbClr val="67D1BE"/>
            </a:solidFill>
          </a:ln>
        </p:spPr>
        <p:txBody>
          <a:bodyPr xmlns:a="http://schemas.openxmlformats.org/drawingml/2006/main"/>
          <a:lstStyle xmlns:a="http://schemas.openxmlformats.org/drawingml/2006/main">
            <a:defPPr>
              <a:defRPr sz="1875">
                <a:solidFill>
                  <a:srgbClr val="E8F0ED"/>
                </a:solidFill>
                <a:latin typeface="Arial"/>
                <a:ea typeface="Arial"/>
                <a:cs typeface="Arial"/>
              </a:defRPr>
            </a:defPPr>
            <a:lvl1pPr>
              <a:defRPr sz="1875">
                <a:solidFill>
                  <a:srgbClr val="E8F0ED"/>
                </a:solidFill>
                <a:latin typeface="Arial"/>
                <a:ea typeface="Arial"/>
                <a:cs typeface="Arial"/>
              </a:defRPr>
            </a:lvl1pPr>
            <a:lvl2pPr>
              <a:defRPr sz="1875">
                <a:solidFill>
                  <a:srgbClr val="E8F0ED"/>
                </a:solidFill>
                <a:latin typeface="Arial"/>
                <a:ea typeface="Arial"/>
                <a:cs typeface="Arial"/>
              </a:defRPr>
            </a:lvl2pPr>
            <a:lvl3pPr>
              <a:defRPr sz="1875">
                <a:solidFill>
                  <a:srgbClr val="E8F0ED"/>
                </a:solidFill>
                <a:latin typeface="Arial"/>
                <a:ea typeface="Arial"/>
                <a:cs typeface="Arial"/>
              </a:defRPr>
            </a:lvl3pPr>
            <a:lvl4pPr>
              <a:defRPr sz="1875">
                <a:solidFill>
                  <a:srgbClr val="E8F0ED"/>
                </a:solidFill>
                <a:latin typeface="Arial"/>
                <a:ea typeface="Arial"/>
                <a:cs typeface="Arial"/>
              </a:defRPr>
            </a:lvl4pPr>
            <a:lvl5pPr>
              <a:defRPr sz="1875">
                <a:solidFill>
                  <a:srgbClr val="E8F0ED"/>
                </a:solidFill>
                <a:latin typeface="Arial"/>
                <a:ea typeface="Arial"/>
                <a:cs typeface="Arial"/>
              </a:defRPr>
            </a:lvl5pPr>
            <a:lvl6pPr>
              <a:defRPr sz="1875">
                <a:solidFill>
                  <a:srgbClr val="E8F0ED"/>
                </a:solidFill>
                <a:latin typeface="Arial"/>
                <a:ea typeface="Arial"/>
                <a:cs typeface="Arial"/>
              </a:defRPr>
            </a:lvl6pPr>
            <a:lvl7pPr>
              <a:defRPr sz="1875">
                <a:solidFill>
                  <a:srgbClr val="E8F0ED"/>
                </a:solidFill>
                <a:latin typeface="Arial"/>
                <a:ea typeface="Arial"/>
                <a:cs typeface="Arial"/>
              </a:defRPr>
            </a:lvl7pPr>
            <a:lvl8pPr>
              <a:defRPr sz="1875">
                <a:solidFill>
                  <a:srgbClr val="E8F0ED"/>
                </a:solidFill>
                <a:latin typeface="Arial"/>
                <a:ea typeface="Arial"/>
                <a:cs typeface="Arial"/>
              </a:defRPr>
            </a:lvl8pPr>
            <a:lvl9pPr>
              <a:defRPr sz="1875">
                <a:solidFill>
                  <a:srgbClr val="E8F0ED"/>
                </a:solidFill>
                <a:latin typeface="Arial"/>
                <a:ea typeface="Arial"/>
                <a:cs typeface="Arial"/>
              </a:defRPr>
            </a:lvl9pPr>
          </a:lstStyle>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Four booster</a:t>
            </a:r>
          </a:p>
          <a:p xmlns:a="http://schemas.openxmlformats.org/drawingml/2006/main">
            <a:pPr>
              <a:defRPr sz="1875">
                <a:solidFill>
                  <a:srgbClr val="E8F0ED"/>
                </a:solidFill>
                <a:latin typeface="Arial"/>
                <a:ea typeface="Arial"/>
                <a:cs typeface="Arial"/>
              </a:defRPr>
            </a:pPr>
            <a:r>
              <a:rPr sz="1875">
                <a:solidFill>
                  <a:srgbClr val="E8F0ED"/>
                </a:solidFill>
                <a:latin typeface="Arial"/>
                <a:ea typeface="Arial"/>
                <a:cs typeface="Arial"/>
              </a:rPr>
              <a:t>transforms</a:t>
            </a:r>
          </a:p>
        </p:txBody>
      </p:sp>
      <p:sp>
        <p:nvSpPr>
          <p:cNvPr id="8" name="">
            <a:extLst xmlns:a="http://schemas.openxmlformats.org/drawingml/2006/main">
              <a:ext uri="{FF2B5EF4-FFF2-40B4-BE49-F238E27FC236}">
                <a16:creationId xmlns:a16="http://schemas.microsoft.com/office/drawing/2014/main" id="{0B1A78DF-C280-4CB5-B990-1BDF2A69D8C6}"/>
              </a:ext>
            </a:extLst>
          </p:cNvPr>
          <p:cNvSpPr>
            <a:spLocks xmlns:a="http://schemas.openxmlformats.org/drawingml/2006/main" noGrp="1"/>
          </p:cNvSpPr>
          <p:nvPr/>
        </p:nvSpPr>
        <p:spPr>
          <a:xfrm xmlns:a="http://schemas.openxmlformats.org/drawingml/2006/main">
            <a:off x="609600" y="52863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4B8BE"/>
                </a:solidFill>
                <a:latin typeface="Arial"/>
                <a:ea typeface="Arial"/>
                <a:cs typeface="Arial"/>
              </a:defRPr>
            </a:defPPr>
            <a:lvl1pPr>
              <a:defRPr sz="1800" b="0">
                <a:solidFill>
                  <a:srgbClr val="A4B8BE"/>
                </a:solidFill>
                <a:latin typeface="Arial"/>
                <a:ea typeface="Arial"/>
                <a:cs typeface="Arial"/>
              </a:defRPr>
            </a:lvl1pPr>
            <a:lvl2pPr>
              <a:defRPr sz="1800" b="0">
                <a:solidFill>
                  <a:srgbClr val="A4B8BE"/>
                </a:solidFill>
                <a:latin typeface="Arial"/>
                <a:ea typeface="Arial"/>
                <a:cs typeface="Arial"/>
              </a:defRPr>
            </a:lvl2pPr>
            <a:lvl3pPr>
              <a:defRPr sz="1800" b="0">
                <a:solidFill>
                  <a:srgbClr val="A4B8BE"/>
                </a:solidFill>
                <a:latin typeface="Arial"/>
                <a:ea typeface="Arial"/>
                <a:cs typeface="Arial"/>
              </a:defRPr>
            </a:lvl3pPr>
            <a:lvl4pPr>
              <a:defRPr sz="1800" b="0">
                <a:solidFill>
                  <a:srgbClr val="A4B8BE"/>
                </a:solidFill>
                <a:latin typeface="Arial"/>
                <a:ea typeface="Arial"/>
                <a:cs typeface="Arial"/>
              </a:defRPr>
            </a:lvl4pPr>
            <a:lvl5pPr>
              <a:defRPr sz="1800" b="0">
                <a:solidFill>
                  <a:srgbClr val="A4B8BE"/>
                </a:solidFill>
                <a:latin typeface="Arial"/>
                <a:ea typeface="Arial"/>
                <a:cs typeface="Arial"/>
              </a:defRPr>
            </a:lvl5pPr>
            <a:lvl6pPr>
              <a:defRPr sz="1800" b="0">
                <a:solidFill>
                  <a:srgbClr val="A4B8BE"/>
                </a:solidFill>
                <a:latin typeface="Arial"/>
                <a:ea typeface="Arial"/>
                <a:cs typeface="Arial"/>
              </a:defRPr>
            </a:lvl6pPr>
            <a:lvl7pPr>
              <a:defRPr sz="1800" b="0">
                <a:solidFill>
                  <a:srgbClr val="A4B8BE"/>
                </a:solidFill>
                <a:latin typeface="Arial"/>
                <a:ea typeface="Arial"/>
                <a:cs typeface="Arial"/>
              </a:defRPr>
            </a:lvl7pPr>
            <a:lvl8pPr>
              <a:defRPr sz="1800" b="0">
                <a:solidFill>
                  <a:srgbClr val="A4B8BE"/>
                </a:solidFill>
                <a:latin typeface="Arial"/>
                <a:ea typeface="Arial"/>
                <a:cs typeface="Arial"/>
              </a:defRPr>
            </a:lvl8pPr>
            <a:lvl9pPr>
              <a:defRPr sz="1800" b="0">
                <a:solidFill>
                  <a:srgbClr val="A4B8BE"/>
                </a:solidFill>
                <a:latin typeface="Arial"/>
                <a:ea typeface="Arial"/>
                <a:cs typeface="Arial"/>
              </a:defRPr>
            </a:lvl9pPr>
          </a:lstStyle>
          <a:p xmlns:a="http://schemas.openxmlformats.org/drawingml/2006/main">
            <a:pPr>
              <a:defRPr sz="1800" b="0">
                <a:solidFill>
                  <a:srgbClr val="A4B8BE"/>
                </a:solidFill>
                <a:latin typeface="Arial"/>
                <a:ea typeface="Arial"/>
                <a:cs typeface="Arial"/>
              </a:defRPr>
            </a:pPr>
            <a:r>
              <a:rPr sz="1800" b="0">
                <a:solidFill>
                  <a:srgbClr val="A4B8BE"/>
                </a:solidFill>
                <a:latin typeface="Arial"/>
                <a:ea typeface="Arial"/>
                <a:cs typeface="Arial"/>
              </a:rPr>
              <a:t>Both groups inherit the rocket parent</a:t>
            </a:r>
          </a:p>
        </p:txBody>
      </p:sp>
      <p:pic>
        <p:nvPicPr>
          <p:cNvPr id="9" name="">
            <a:extLst xmlns:a="http://schemas.openxmlformats.org/drawingml/2006/main">
              <a:ext uri="{FF2B5EF4-FFF2-40B4-BE49-F238E27FC236}">
                <a16:creationId xmlns:a16="http://schemas.microsoft.com/office/drawing/2014/main" id="{75E38AD0-63D9-4E58-B36A-CB1AD46AA5F6}"/>
              </a:ext>
            </a:extLst>
          </p:cNvPr>
          <p:cNvPicPr>
            <a:picLocks xmlns:a="http://schemas.openxmlformats.org/drawingml/2006/main" noChangeAspect="1"/>
          </p:cNvPicPr>
          <p:nvPr/>
        </p:nvPicPr>
        <p:blipFill>
          <a:blip xmlns:r="http://schemas.openxmlformats.org/officeDocument/2006/relationships" xmlns:a="http://schemas.openxmlformats.org/drawingml/2006/main" r:embed="R5132b62a408f4156"/>
          <a:stretch xmlns:a="http://schemas.openxmlformats.org/drawingml/2006/main"/>
        </p:blipFill>
        <p:spPr>
          <a:xfrm xmlns:a="http://schemas.openxmlformats.org/drawingml/2006/main">
            <a:off x="5812896" y="1714500"/>
            <a:ext cx="5757333" cy="32385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286C97A-C0FB-4F96-A04B-F2CCA185E0A4}"/>
              </a:ext>
            </a:extLst>
          </p:cNvPr>
          <p:cNvSpPr>
            <a:spLocks xmlns:a="http://schemas.openxmlformats.org/drawingml/2006/main" noGrp="1"/>
          </p:cNvSpPr>
          <p:nvPr/>
        </p:nvSpPr>
        <p:spPr>
          <a:xfrm xmlns:a="http://schemas.openxmlformats.org/drawingml/2006/main">
            <a:off x="5810250" y="5286375"/>
            <a:ext cx="5762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7D1BE"/>
                </a:solidFill>
                <a:latin typeface="Arial"/>
                <a:ea typeface="Arial"/>
                <a:cs typeface="Arial"/>
              </a:defRPr>
            </a:defPPr>
            <a:lvl1pPr>
              <a:defRPr sz="2025" b="0">
                <a:solidFill>
                  <a:srgbClr val="67D1BE"/>
                </a:solidFill>
                <a:latin typeface="Arial"/>
                <a:ea typeface="Arial"/>
                <a:cs typeface="Arial"/>
              </a:defRPr>
            </a:lvl1pPr>
            <a:lvl2pPr>
              <a:defRPr sz="2025" b="0">
                <a:solidFill>
                  <a:srgbClr val="67D1BE"/>
                </a:solidFill>
                <a:latin typeface="Arial"/>
                <a:ea typeface="Arial"/>
                <a:cs typeface="Arial"/>
              </a:defRPr>
            </a:lvl2pPr>
            <a:lvl3pPr>
              <a:defRPr sz="2025" b="0">
                <a:solidFill>
                  <a:srgbClr val="67D1BE"/>
                </a:solidFill>
                <a:latin typeface="Arial"/>
                <a:ea typeface="Arial"/>
                <a:cs typeface="Arial"/>
              </a:defRPr>
            </a:lvl3pPr>
            <a:lvl4pPr>
              <a:defRPr sz="2025" b="0">
                <a:solidFill>
                  <a:srgbClr val="67D1BE"/>
                </a:solidFill>
                <a:latin typeface="Arial"/>
                <a:ea typeface="Arial"/>
                <a:cs typeface="Arial"/>
              </a:defRPr>
            </a:lvl4pPr>
            <a:lvl5pPr>
              <a:defRPr sz="2025" b="0">
                <a:solidFill>
                  <a:srgbClr val="67D1BE"/>
                </a:solidFill>
                <a:latin typeface="Arial"/>
                <a:ea typeface="Arial"/>
                <a:cs typeface="Arial"/>
              </a:defRPr>
            </a:lvl5pPr>
            <a:lvl6pPr>
              <a:defRPr sz="2025" b="0">
                <a:solidFill>
                  <a:srgbClr val="67D1BE"/>
                </a:solidFill>
                <a:latin typeface="Arial"/>
                <a:ea typeface="Arial"/>
                <a:cs typeface="Arial"/>
              </a:defRPr>
            </a:lvl6pPr>
            <a:lvl7pPr>
              <a:defRPr sz="2025" b="0">
                <a:solidFill>
                  <a:srgbClr val="67D1BE"/>
                </a:solidFill>
                <a:latin typeface="Arial"/>
                <a:ea typeface="Arial"/>
                <a:cs typeface="Arial"/>
              </a:defRPr>
            </a:lvl7pPr>
            <a:lvl8pPr>
              <a:defRPr sz="2025" b="0">
                <a:solidFill>
                  <a:srgbClr val="67D1BE"/>
                </a:solidFill>
                <a:latin typeface="Arial"/>
                <a:ea typeface="Arial"/>
                <a:cs typeface="Arial"/>
              </a:defRPr>
            </a:lvl8pPr>
            <a:lvl9pPr>
              <a:defRPr sz="2025" b="0">
                <a:solidFill>
                  <a:srgbClr val="67D1BE"/>
                </a:solidFill>
                <a:latin typeface="Arial"/>
                <a:ea typeface="Arial"/>
                <a:cs typeface="Arial"/>
              </a:defRPr>
            </a:lvl9pPr>
          </a:lstStyle>
          <a:p xmlns:a="http://schemas.openxmlformats.org/drawingml/2006/main">
            <a:pPr>
              <a:defRPr sz="2025" b="0">
                <a:solidFill>
                  <a:srgbClr val="67D1BE"/>
                </a:solidFill>
                <a:latin typeface="Arial"/>
                <a:ea typeface="Arial"/>
                <a:cs typeface="Arial"/>
              </a:defRPr>
            </a:pPr>
            <a:r>
              <a:rPr sz="2025" b="0">
                <a:solidFill>
                  <a:srgbClr val="67D1BE"/>
                </a:solidFill>
                <a:latin typeface="Arial"/>
                <a:ea typeface="Arial"/>
                <a:cs typeface="Arial"/>
              </a:rPr>
              <a:t>Detachment preserves world position</a:t>
            </a:r>
          </a:p>
          <a:p xmlns:a="http://schemas.openxmlformats.org/drawingml/2006/main">
            <a:pPr>
              <a:defRPr sz="2025" b="0">
                <a:solidFill>
                  <a:srgbClr val="67D1BE"/>
                </a:solidFill>
                <a:latin typeface="Arial"/>
                <a:ea typeface="Arial"/>
                <a:cs typeface="Arial"/>
              </a:defRPr>
            </a:pPr>
            <a:r>
              <a:rPr sz="2025" b="0">
                <a:solidFill>
                  <a:srgbClr val="67D1BE"/>
                </a:solidFill>
                <a:latin typeface="Arial"/>
                <a:ea typeface="Arial"/>
                <a:cs typeface="Arial"/>
              </a:rPr>
              <a:t>and initial upward velocity</a:t>
            </a:r>
          </a:p>
        </p:txBody>
      </p:sp>
    </p:spTree>
    <p:extLst>
      <p:ext uri="{BB962C8B-B14F-4D97-AF65-F5344CB8AC3E}">
        <p14:creationId xmlns:p14="http://schemas.microsoft.com/office/powerpoint/2010/main" val="933519793"/>
      </p:ext>
    </p:extLst>
  </p:cSld>
</p:sld>
</file>

<file path=ppt/slides/slide5.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6BAF05-C047-4E5D-9844-781B03DD1B5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8F0ED"/>
                </a:solidFill>
                <a:latin typeface="Arial"/>
                <a:ea typeface="Arial"/>
                <a:cs typeface="Arial"/>
              </a:defRPr>
            </a:defPPr>
            <a:lvl1pPr>
              <a:defRPr sz="3450" b="1">
                <a:solidFill>
                  <a:srgbClr val="E8F0ED"/>
                </a:solidFill>
                <a:latin typeface="Arial"/>
                <a:ea typeface="Arial"/>
                <a:cs typeface="Arial"/>
              </a:defRPr>
            </a:lvl1pPr>
            <a:lvl2pPr>
              <a:defRPr sz="3450" b="1">
                <a:solidFill>
                  <a:srgbClr val="E8F0ED"/>
                </a:solidFill>
                <a:latin typeface="Arial"/>
                <a:ea typeface="Arial"/>
                <a:cs typeface="Arial"/>
              </a:defRPr>
            </a:lvl2pPr>
            <a:lvl3pPr>
              <a:defRPr sz="3450" b="1">
                <a:solidFill>
                  <a:srgbClr val="E8F0ED"/>
                </a:solidFill>
                <a:latin typeface="Arial"/>
                <a:ea typeface="Arial"/>
                <a:cs typeface="Arial"/>
              </a:defRPr>
            </a:lvl3pPr>
            <a:lvl4pPr>
              <a:defRPr sz="3450" b="1">
                <a:solidFill>
                  <a:srgbClr val="E8F0ED"/>
                </a:solidFill>
                <a:latin typeface="Arial"/>
                <a:ea typeface="Arial"/>
                <a:cs typeface="Arial"/>
              </a:defRPr>
            </a:lvl4pPr>
            <a:lvl5pPr>
              <a:defRPr sz="3450" b="1">
                <a:solidFill>
                  <a:srgbClr val="E8F0ED"/>
                </a:solidFill>
                <a:latin typeface="Arial"/>
                <a:ea typeface="Arial"/>
                <a:cs typeface="Arial"/>
              </a:defRPr>
            </a:lvl5pPr>
            <a:lvl6pPr>
              <a:defRPr sz="3450" b="1">
                <a:solidFill>
                  <a:srgbClr val="E8F0ED"/>
                </a:solidFill>
                <a:latin typeface="Arial"/>
                <a:ea typeface="Arial"/>
                <a:cs typeface="Arial"/>
              </a:defRPr>
            </a:lvl6pPr>
            <a:lvl7pPr>
              <a:defRPr sz="3450" b="1">
                <a:solidFill>
                  <a:srgbClr val="E8F0ED"/>
                </a:solidFill>
                <a:latin typeface="Arial"/>
                <a:ea typeface="Arial"/>
                <a:cs typeface="Arial"/>
              </a:defRPr>
            </a:lvl7pPr>
            <a:lvl8pPr>
              <a:defRPr sz="3450" b="1">
                <a:solidFill>
                  <a:srgbClr val="E8F0ED"/>
                </a:solidFill>
                <a:latin typeface="Arial"/>
                <a:ea typeface="Arial"/>
                <a:cs typeface="Arial"/>
              </a:defRPr>
            </a:lvl8pPr>
            <a:lvl9pPr>
              <a:defRPr sz="3450" b="1">
                <a:solidFill>
                  <a:srgbClr val="E8F0ED"/>
                </a:solidFill>
                <a:latin typeface="Arial"/>
                <a:ea typeface="Arial"/>
                <a:cs typeface="Arial"/>
              </a:defRPr>
            </a:lvl9pPr>
          </a:lstStyle>
          <a:p xmlns:a="http://schemas.openxmlformats.org/drawingml/2006/main">
            <a:pPr>
              <a:defRPr sz="3450" b="1">
                <a:solidFill>
                  <a:srgbClr val="E8F0ED"/>
                </a:solidFill>
                <a:latin typeface="Arial"/>
                <a:ea typeface="Arial"/>
                <a:cs typeface="Arial"/>
              </a:defRPr>
            </a:pPr>
            <a:r>
              <a:rPr sz="3450" b="1">
                <a:solidFill>
                  <a:srgbClr val="E8F0ED"/>
                </a:solidFill>
                <a:latin typeface="Arial"/>
                <a:ea typeface="Arial"/>
                <a:cs typeface="Arial"/>
              </a:rPr>
              <a:t>Per-fragment lighting</a:t>
            </a:r>
          </a:p>
        </p:txBody>
      </p:sp>
      <p:sp>
        <p:nvSpPr>
          <p:cNvPr id="2" name="">
            <a:extLst xmlns:a="http://schemas.openxmlformats.org/drawingml/2006/main">
              <a:ext uri="{FF2B5EF4-FFF2-40B4-BE49-F238E27FC236}">
                <a16:creationId xmlns:a16="http://schemas.microsoft.com/office/drawing/2014/main" id="{D7818911-C37D-4DE1-BCCE-ACFC35837D2F}"/>
              </a:ext>
            </a:extLst>
          </p:cNvPr>
          <p:cNvSpPr>
            <a:spLocks xmlns:a="http://schemas.openxmlformats.org/drawingml/2006/main" noGrp="1"/>
          </p:cNvSpPr>
          <p:nvPr/>
        </p:nvSpPr>
        <p:spPr>
          <a:xfrm xmlns:a="http://schemas.openxmlformats.org/drawingml/2006/main">
            <a:off x="1114425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4B8BE"/>
                </a:solidFill>
                <a:latin typeface="Arial"/>
                <a:ea typeface="Arial"/>
                <a:cs typeface="Arial"/>
              </a:defRPr>
            </a:defPPr>
            <a:lvl1pPr>
              <a:defRPr sz="1350" b="0">
                <a:solidFill>
                  <a:srgbClr val="A4B8BE"/>
                </a:solidFill>
                <a:latin typeface="Arial"/>
                <a:ea typeface="Arial"/>
                <a:cs typeface="Arial"/>
              </a:defRPr>
            </a:lvl1pPr>
            <a:lvl2pPr>
              <a:defRPr sz="1350" b="0">
                <a:solidFill>
                  <a:srgbClr val="A4B8BE"/>
                </a:solidFill>
                <a:latin typeface="Arial"/>
                <a:ea typeface="Arial"/>
                <a:cs typeface="Arial"/>
              </a:defRPr>
            </a:lvl2pPr>
            <a:lvl3pPr>
              <a:defRPr sz="1350" b="0">
                <a:solidFill>
                  <a:srgbClr val="A4B8BE"/>
                </a:solidFill>
                <a:latin typeface="Arial"/>
                <a:ea typeface="Arial"/>
                <a:cs typeface="Arial"/>
              </a:defRPr>
            </a:lvl3pPr>
            <a:lvl4pPr>
              <a:defRPr sz="1350" b="0">
                <a:solidFill>
                  <a:srgbClr val="A4B8BE"/>
                </a:solidFill>
                <a:latin typeface="Arial"/>
                <a:ea typeface="Arial"/>
                <a:cs typeface="Arial"/>
              </a:defRPr>
            </a:lvl4pPr>
            <a:lvl5pPr>
              <a:defRPr sz="1350" b="0">
                <a:solidFill>
                  <a:srgbClr val="A4B8BE"/>
                </a:solidFill>
                <a:latin typeface="Arial"/>
                <a:ea typeface="Arial"/>
                <a:cs typeface="Arial"/>
              </a:defRPr>
            </a:lvl5pPr>
            <a:lvl6pPr>
              <a:defRPr sz="1350" b="0">
                <a:solidFill>
                  <a:srgbClr val="A4B8BE"/>
                </a:solidFill>
                <a:latin typeface="Arial"/>
                <a:ea typeface="Arial"/>
                <a:cs typeface="Arial"/>
              </a:defRPr>
            </a:lvl6pPr>
            <a:lvl7pPr>
              <a:defRPr sz="1350" b="0">
                <a:solidFill>
                  <a:srgbClr val="A4B8BE"/>
                </a:solidFill>
                <a:latin typeface="Arial"/>
                <a:ea typeface="Arial"/>
                <a:cs typeface="Arial"/>
              </a:defRPr>
            </a:lvl7pPr>
            <a:lvl8pPr>
              <a:defRPr sz="1350" b="0">
                <a:solidFill>
                  <a:srgbClr val="A4B8BE"/>
                </a:solidFill>
                <a:latin typeface="Arial"/>
                <a:ea typeface="Arial"/>
                <a:cs typeface="Arial"/>
              </a:defRPr>
            </a:lvl8pPr>
            <a:lvl9pPr>
              <a:defRPr sz="1350" b="0">
                <a:solidFill>
                  <a:srgbClr val="A4B8BE"/>
                </a:solidFill>
                <a:latin typeface="Arial"/>
                <a:ea typeface="Arial"/>
                <a:cs typeface="Arial"/>
              </a:defRPr>
            </a:lvl9pPr>
          </a:lstStyle>
          <a:p xmlns:a="http://schemas.openxmlformats.org/drawingml/2006/main">
            <a:pPr>
              <a:defRPr sz="1350" b="0">
                <a:solidFill>
                  <a:srgbClr val="A4B8BE"/>
                </a:solidFill>
                <a:latin typeface="Arial"/>
                <a:ea typeface="Arial"/>
                <a:cs typeface="Arial"/>
              </a:defRPr>
            </a:pPr>
            <a:r>
              <a:rPr sz="1350" b="0">
                <a:solidFill>
                  <a:srgbClr val="A4B8BE"/>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8D3E9F74-C32A-4A1F-B1EF-11DD1E27821D}"/>
              </a:ext>
            </a:extLst>
          </p:cNvPr>
          <p:cNvSpPr>
            <a:spLocks xmlns:a="http://schemas.openxmlformats.org/drawingml/2006/main" noGrp="1"/>
          </p:cNvSpPr>
          <p:nvPr/>
        </p:nvSpPr>
        <p:spPr>
          <a:xfrm xmlns:a="http://schemas.openxmlformats.org/drawingml/2006/main">
            <a:off x="609600" y="16192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67D1BE"/>
                </a:solidFill>
                <a:latin typeface="Arial"/>
                <a:ea typeface="Arial"/>
                <a:cs typeface="Arial"/>
              </a:defRPr>
            </a:defPPr>
            <a:lvl1pPr>
              <a:defRPr sz="2400" b="1">
                <a:solidFill>
                  <a:srgbClr val="67D1BE"/>
                </a:solidFill>
                <a:latin typeface="Arial"/>
                <a:ea typeface="Arial"/>
                <a:cs typeface="Arial"/>
              </a:defRPr>
            </a:lvl1pPr>
            <a:lvl2pPr>
              <a:defRPr sz="2400" b="1">
                <a:solidFill>
                  <a:srgbClr val="67D1BE"/>
                </a:solidFill>
                <a:latin typeface="Arial"/>
                <a:ea typeface="Arial"/>
                <a:cs typeface="Arial"/>
              </a:defRPr>
            </a:lvl2pPr>
            <a:lvl3pPr>
              <a:defRPr sz="2400" b="1">
                <a:solidFill>
                  <a:srgbClr val="67D1BE"/>
                </a:solidFill>
                <a:latin typeface="Arial"/>
                <a:ea typeface="Arial"/>
                <a:cs typeface="Arial"/>
              </a:defRPr>
            </a:lvl3pPr>
            <a:lvl4pPr>
              <a:defRPr sz="2400" b="1">
                <a:solidFill>
                  <a:srgbClr val="67D1BE"/>
                </a:solidFill>
                <a:latin typeface="Arial"/>
                <a:ea typeface="Arial"/>
                <a:cs typeface="Arial"/>
              </a:defRPr>
            </a:lvl4pPr>
            <a:lvl5pPr>
              <a:defRPr sz="2400" b="1">
                <a:solidFill>
                  <a:srgbClr val="67D1BE"/>
                </a:solidFill>
                <a:latin typeface="Arial"/>
                <a:ea typeface="Arial"/>
                <a:cs typeface="Arial"/>
              </a:defRPr>
            </a:lvl5pPr>
            <a:lvl6pPr>
              <a:defRPr sz="2400" b="1">
                <a:solidFill>
                  <a:srgbClr val="67D1BE"/>
                </a:solidFill>
                <a:latin typeface="Arial"/>
                <a:ea typeface="Arial"/>
                <a:cs typeface="Arial"/>
              </a:defRPr>
            </a:lvl6pPr>
            <a:lvl7pPr>
              <a:defRPr sz="2400" b="1">
                <a:solidFill>
                  <a:srgbClr val="67D1BE"/>
                </a:solidFill>
                <a:latin typeface="Arial"/>
                <a:ea typeface="Arial"/>
                <a:cs typeface="Arial"/>
              </a:defRPr>
            </a:lvl7pPr>
            <a:lvl8pPr>
              <a:defRPr sz="2400" b="1">
                <a:solidFill>
                  <a:srgbClr val="67D1BE"/>
                </a:solidFill>
                <a:latin typeface="Arial"/>
                <a:ea typeface="Arial"/>
                <a:cs typeface="Arial"/>
              </a:defRPr>
            </a:lvl8pPr>
            <a:lvl9pPr>
              <a:defRPr sz="2400" b="1">
                <a:solidFill>
                  <a:srgbClr val="67D1BE"/>
                </a:solidFill>
                <a:latin typeface="Arial"/>
                <a:ea typeface="Arial"/>
                <a:cs typeface="Arial"/>
              </a:defRPr>
            </a:lvl9pPr>
          </a:lstStyle>
          <a:p xmlns:a="http://schemas.openxmlformats.org/drawingml/2006/main">
            <a:pPr>
              <a:defRPr sz="2400" b="1">
                <a:solidFill>
                  <a:srgbClr val="67D1BE"/>
                </a:solidFill>
                <a:latin typeface="Arial"/>
                <a:ea typeface="Arial"/>
                <a:cs typeface="Arial"/>
              </a:defRPr>
            </a:pPr>
            <a:r>
              <a:rPr sz="2400" b="1">
                <a:solidFill>
                  <a:srgbClr val="67D1BE"/>
                </a:solidFill>
                <a:latin typeface="Arial"/>
                <a:ea typeface="Arial"/>
                <a:cs typeface="Arial"/>
              </a:rPr>
              <a:t>Blinn-Phong model</a:t>
            </a:r>
          </a:p>
        </p:txBody>
      </p:sp>
      <p:sp>
        <p:nvSpPr>
          <p:cNvPr id="4" name="">
            <a:extLst xmlns:a="http://schemas.openxmlformats.org/drawingml/2006/main">
              <a:ext uri="{FF2B5EF4-FFF2-40B4-BE49-F238E27FC236}">
                <a16:creationId xmlns:a16="http://schemas.microsoft.com/office/drawing/2014/main" id="{50703E00-2EF7-4627-879E-3AD019C3538B}"/>
              </a:ext>
            </a:extLst>
          </p:cNvPr>
          <p:cNvSpPr>
            <a:spLocks xmlns:a="http://schemas.openxmlformats.org/drawingml/2006/main" noGrp="1"/>
          </p:cNvSpPr>
          <p:nvPr/>
        </p:nvSpPr>
        <p:spPr>
          <a:xfrm xmlns:a="http://schemas.openxmlformats.org/drawingml/2006/main">
            <a:off x="609600" y="2333625"/>
            <a:ext cx="4572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E8F0ED"/>
                </a:solidFill>
                <a:latin typeface="Arial"/>
                <a:ea typeface="Arial"/>
                <a:cs typeface="Arial"/>
              </a:defRPr>
            </a:defPPr>
            <a:lvl1pPr>
              <a:defRPr sz="2175" b="0">
                <a:solidFill>
                  <a:srgbClr val="E8F0ED"/>
                </a:solidFill>
                <a:latin typeface="Arial"/>
                <a:ea typeface="Arial"/>
                <a:cs typeface="Arial"/>
              </a:defRPr>
            </a:lvl1pPr>
            <a:lvl2pPr>
              <a:defRPr sz="2175" b="0">
                <a:solidFill>
                  <a:srgbClr val="E8F0ED"/>
                </a:solidFill>
                <a:latin typeface="Arial"/>
                <a:ea typeface="Arial"/>
                <a:cs typeface="Arial"/>
              </a:defRPr>
            </a:lvl2pPr>
            <a:lvl3pPr>
              <a:defRPr sz="2175" b="0">
                <a:solidFill>
                  <a:srgbClr val="E8F0ED"/>
                </a:solidFill>
                <a:latin typeface="Arial"/>
                <a:ea typeface="Arial"/>
                <a:cs typeface="Arial"/>
              </a:defRPr>
            </a:lvl3pPr>
            <a:lvl4pPr>
              <a:defRPr sz="2175" b="0">
                <a:solidFill>
                  <a:srgbClr val="E8F0ED"/>
                </a:solidFill>
                <a:latin typeface="Arial"/>
                <a:ea typeface="Arial"/>
                <a:cs typeface="Arial"/>
              </a:defRPr>
            </a:lvl4pPr>
            <a:lvl5pPr>
              <a:defRPr sz="2175" b="0">
                <a:solidFill>
                  <a:srgbClr val="E8F0ED"/>
                </a:solidFill>
                <a:latin typeface="Arial"/>
                <a:ea typeface="Arial"/>
                <a:cs typeface="Arial"/>
              </a:defRPr>
            </a:lvl5pPr>
            <a:lvl6pPr>
              <a:defRPr sz="2175" b="0">
                <a:solidFill>
                  <a:srgbClr val="E8F0ED"/>
                </a:solidFill>
                <a:latin typeface="Arial"/>
                <a:ea typeface="Arial"/>
                <a:cs typeface="Arial"/>
              </a:defRPr>
            </a:lvl6pPr>
            <a:lvl7pPr>
              <a:defRPr sz="2175" b="0">
                <a:solidFill>
                  <a:srgbClr val="E8F0ED"/>
                </a:solidFill>
                <a:latin typeface="Arial"/>
                <a:ea typeface="Arial"/>
                <a:cs typeface="Arial"/>
              </a:defRPr>
            </a:lvl7pPr>
            <a:lvl8pPr>
              <a:defRPr sz="2175" b="0">
                <a:solidFill>
                  <a:srgbClr val="E8F0ED"/>
                </a:solidFill>
                <a:latin typeface="Arial"/>
                <a:ea typeface="Arial"/>
                <a:cs typeface="Arial"/>
              </a:defRPr>
            </a:lvl8pPr>
            <a:lvl9pPr>
              <a:defRPr sz="2175" b="0">
                <a:solidFill>
                  <a:srgbClr val="E8F0ED"/>
                </a:solidFill>
                <a:latin typeface="Arial"/>
                <a:ea typeface="Arial"/>
                <a:cs typeface="Arial"/>
              </a:defRPr>
            </a:lvl9pPr>
          </a:lstStyle>
          <a:p xmlns:a="http://schemas.openxmlformats.org/drawingml/2006/main">
            <a:pPr>
              <a:defRPr sz="2175" b="0">
                <a:solidFill>
                  <a:srgbClr val="E8F0ED"/>
                </a:solidFill>
                <a:latin typeface="Arial"/>
                <a:ea typeface="Arial"/>
                <a:cs typeface="Arial"/>
              </a:defRPr>
            </a:pPr>
            <a:r>
              <a:rPr sz="2175" b="0">
                <a:solidFill>
                  <a:srgbClr val="E8F0ED"/>
                </a:solidFill>
                <a:latin typeface="Arial"/>
                <a:ea typeface="Arial"/>
                <a:cs typeface="Arial"/>
              </a:rPr>
              <a:t>Ambient + diffuse + specular</a:t>
            </a:r>
          </a:p>
          <a:p xmlns:a="http://schemas.openxmlformats.org/drawingml/2006/main">
            <a:pPr>
              <a:defRPr sz="2175" b="0">
                <a:solidFill>
                  <a:srgbClr val="E8F0ED"/>
                </a:solidFill>
                <a:latin typeface="Arial"/>
                <a:ea typeface="Arial"/>
                <a:cs typeface="Arial"/>
              </a:defRPr>
            </a:pPr>
            <a:r>
              <a:rPr sz="2175" b="0">
                <a:solidFill>
                  <a:srgbClr val="E8F0ED"/>
                </a:solidFill>
                <a:latin typeface="Arial"/>
                <a:ea typeface="Arial"/>
                <a:cs typeface="Arial"/>
              </a:rPr>
              <a:t>Sun and toggled gantry light</a:t>
            </a:r>
          </a:p>
          <a:p xmlns:a="http://schemas.openxmlformats.org/drawingml/2006/main">
            <a:pPr>
              <a:defRPr sz="2175" b="0">
                <a:solidFill>
                  <a:srgbClr val="E8F0ED"/>
                </a:solidFill>
                <a:latin typeface="Arial"/>
                <a:ea typeface="Arial"/>
                <a:cs typeface="Arial"/>
              </a:defRPr>
            </a:pPr>
            <a:r>
              <a:rPr sz="2175" b="0">
                <a:solidFill>
                  <a:srgbClr val="E8F0ED"/>
                </a:solidFill>
                <a:latin typeface="Arial"/>
                <a:ea typeface="Arial"/>
                <a:cs typeface="Arial"/>
              </a:rPr>
              <a:t>Engine light follows the rocket</a:t>
            </a:r>
          </a:p>
        </p:txBody>
      </p:sp>
      <p:sp>
        <p:nvSpPr>
          <p:cNvPr id="5" name="">
            <a:extLst xmlns:a="http://schemas.openxmlformats.org/drawingml/2006/main">
              <a:ext uri="{FF2B5EF4-FFF2-40B4-BE49-F238E27FC236}">
                <a16:creationId xmlns:a16="http://schemas.microsoft.com/office/drawing/2014/main" id="{5FCBA8B8-881D-47CE-8903-D65FFB499414}"/>
              </a:ext>
            </a:extLst>
          </p:cNvPr>
          <p:cNvSpPr>
            <a:spLocks xmlns:a="http://schemas.openxmlformats.org/drawingml/2006/main" noGrp="1"/>
          </p:cNvSpPr>
          <p:nvPr/>
        </p:nvSpPr>
        <p:spPr>
          <a:xfrm xmlns:a="http://schemas.openxmlformats.org/drawingml/2006/main">
            <a:off x="609600" y="433387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7A063"/>
                </a:solidFill>
                <a:latin typeface="Arial"/>
                <a:ea typeface="Arial"/>
                <a:cs typeface="Arial"/>
              </a:defRPr>
            </a:defPPr>
            <a:lvl1pPr>
              <a:defRPr sz="2250" b="0">
                <a:solidFill>
                  <a:srgbClr val="E7A063"/>
                </a:solidFill>
                <a:latin typeface="Arial"/>
                <a:ea typeface="Arial"/>
                <a:cs typeface="Arial"/>
              </a:defRPr>
            </a:lvl1pPr>
            <a:lvl2pPr>
              <a:defRPr sz="2250" b="0">
                <a:solidFill>
                  <a:srgbClr val="E7A063"/>
                </a:solidFill>
                <a:latin typeface="Arial"/>
                <a:ea typeface="Arial"/>
                <a:cs typeface="Arial"/>
              </a:defRPr>
            </a:lvl2pPr>
            <a:lvl3pPr>
              <a:defRPr sz="2250" b="0">
                <a:solidFill>
                  <a:srgbClr val="E7A063"/>
                </a:solidFill>
                <a:latin typeface="Arial"/>
                <a:ea typeface="Arial"/>
                <a:cs typeface="Arial"/>
              </a:defRPr>
            </a:lvl3pPr>
            <a:lvl4pPr>
              <a:defRPr sz="2250" b="0">
                <a:solidFill>
                  <a:srgbClr val="E7A063"/>
                </a:solidFill>
                <a:latin typeface="Arial"/>
                <a:ea typeface="Arial"/>
                <a:cs typeface="Arial"/>
              </a:defRPr>
            </a:lvl4pPr>
            <a:lvl5pPr>
              <a:defRPr sz="2250" b="0">
                <a:solidFill>
                  <a:srgbClr val="E7A063"/>
                </a:solidFill>
                <a:latin typeface="Arial"/>
                <a:ea typeface="Arial"/>
                <a:cs typeface="Arial"/>
              </a:defRPr>
            </a:lvl5pPr>
            <a:lvl6pPr>
              <a:defRPr sz="2250" b="0">
                <a:solidFill>
                  <a:srgbClr val="E7A063"/>
                </a:solidFill>
                <a:latin typeface="Arial"/>
                <a:ea typeface="Arial"/>
                <a:cs typeface="Arial"/>
              </a:defRPr>
            </a:lvl6pPr>
            <a:lvl7pPr>
              <a:defRPr sz="2250" b="0">
                <a:solidFill>
                  <a:srgbClr val="E7A063"/>
                </a:solidFill>
                <a:latin typeface="Arial"/>
                <a:ea typeface="Arial"/>
                <a:cs typeface="Arial"/>
              </a:defRPr>
            </a:lvl7pPr>
            <a:lvl8pPr>
              <a:defRPr sz="2250" b="0">
                <a:solidFill>
                  <a:srgbClr val="E7A063"/>
                </a:solidFill>
                <a:latin typeface="Arial"/>
                <a:ea typeface="Arial"/>
                <a:cs typeface="Arial"/>
              </a:defRPr>
            </a:lvl8pPr>
            <a:lvl9pPr>
              <a:defRPr sz="2250" b="0">
                <a:solidFill>
                  <a:srgbClr val="E7A063"/>
                </a:solidFill>
                <a:latin typeface="Arial"/>
                <a:ea typeface="Arial"/>
                <a:cs typeface="Arial"/>
              </a:defRPr>
            </a:lvl9pPr>
          </a:lstStyle>
          <a:p xmlns:a="http://schemas.openxmlformats.org/drawingml/2006/main">
            <a:pPr>
              <a:defRPr sz="2250" b="0">
                <a:solidFill>
                  <a:srgbClr val="E7A063"/>
                </a:solidFill>
                <a:latin typeface="Arial"/>
                <a:ea typeface="Arial"/>
                <a:cs typeface="Arial"/>
              </a:defRPr>
            </a:pPr>
            <a:r>
              <a:rPr sz="2250" b="0">
                <a:solidFill>
                  <a:srgbClr val="E7A063"/>
                </a:solidFill>
                <a:latin typeface="Arial"/>
                <a:ea typeface="Arial"/>
                <a:cs typeface="Arial"/>
              </a:rPr>
              <a:t>H = normalize(L + V)</a:t>
            </a:r>
          </a:p>
          <a:p xmlns:a="http://schemas.openxmlformats.org/drawingml/2006/main">
            <a:pPr>
              <a:defRPr sz="2250" b="0">
                <a:solidFill>
                  <a:srgbClr val="E7A063"/>
                </a:solidFill>
                <a:latin typeface="Arial"/>
                <a:ea typeface="Arial"/>
                <a:cs typeface="Arial"/>
              </a:defRPr>
            </a:pPr>
            <a:r>
              <a:rPr sz="2250" b="0">
                <a:solidFill>
                  <a:srgbClr val="E7A063"/>
                </a:solidFill>
                <a:latin typeface="Arial"/>
                <a:ea typeface="Arial"/>
                <a:cs typeface="Arial"/>
              </a:rPr>
              <a:t>specular = max(N · H, 0)ˢ</a:t>
            </a:r>
          </a:p>
        </p:txBody>
      </p:sp>
      <p:sp>
        <p:nvSpPr>
          <p:cNvPr id="6" name="">
            <a:extLst xmlns:a="http://schemas.openxmlformats.org/drawingml/2006/main">
              <a:ext uri="{FF2B5EF4-FFF2-40B4-BE49-F238E27FC236}">
                <a16:creationId xmlns:a16="http://schemas.microsoft.com/office/drawing/2014/main" id="{08621206-AFFB-4797-B0A3-8698CD09DACC}"/>
              </a:ext>
            </a:extLst>
          </p:cNvPr>
          <p:cNvSpPr>
            <a:spLocks xmlns:a="http://schemas.openxmlformats.org/drawingml/2006/main" noGrp="1"/>
          </p:cNvSpPr>
          <p:nvPr/>
        </p:nvSpPr>
        <p:spPr>
          <a:xfrm xmlns:a="http://schemas.openxmlformats.org/drawingml/2006/main">
            <a:off x="609600" y="56197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A4B8BE"/>
                </a:solidFill>
                <a:latin typeface="Arial"/>
                <a:ea typeface="Arial"/>
                <a:cs typeface="Arial"/>
              </a:defRPr>
            </a:defPPr>
            <a:lvl1pPr>
              <a:defRPr sz="1725" b="0">
                <a:solidFill>
                  <a:srgbClr val="A4B8BE"/>
                </a:solidFill>
                <a:latin typeface="Arial"/>
                <a:ea typeface="Arial"/>
                <a:cs typeface="Arial"/>
              </a:defRPr>
            </a:lvl1pPr>
            <a:lvl2pPr>
              <a:defRPr sz="1725" b="0">
                <a:solidFill>
                  <a:srgbClr val="A4B8BE"/>
                </a:solidFill>
                <a:latin typeface="Arial"/>
                <a:ea typeface="Arial"/>
                <a:cs typeface="Arial"/>
              </a:defRPr>
            </a:lvl2pPr>
            <a:lvl3pPr>
              <a:defRPr sz="1725" b="0">
                <a:solidFill>
                  <a:srgbClr val="A4B8BE"/>
                </a:solidFill>
                <a:latin typeface="Arial"/>
                <a:ea typeface="Arial"/>
                <a:cs typeface="Arial"/>
              </a:defRPr>
            </a:lvl3pPr>
            <a:lvl4pPr>
              <a:defRPr sz="1725" b="0">
                <a:solidFill>
                  <a:srgbClr val="A4B8BE"/>
                </a:solidFill>
                <a:latin typeface="Arial"/>
                <a:ea typeface="Arial"/>
                <a:cs typeface="Arial"/>
              </a:defRPr>
            </a:lvl4pPr>
            <a:lvl5pPr>
              <a:defRPr sz="1725" b="0">
                <a:solidFill>
                  <a:srgbClr val="A4B8BE"/>
                </a:solidFill>
                <a:latin typeface="Arial"/>
                <a:ea typeface="Arial"/>
                <a:cs typeface="Arial"/>
              </a:defRPr>
            </a:lvl5pPr>
            <a:lvl6pPr>
              <a:defRPr sz="1725" b="0">
                <a:solidFill>
                  <a:srgbClr val="A4B8BE"/>
                </a:solidFill>
                <a:latin typeface="Arial"/>
                <a:ea typeface="Arial"/>
                <a:cs typeface="Arial"/>
              </a:defRPr>
            </a:lvl6pPr>
            <a:lvl7pPr>
              <a:defRPr sz="1725" b="0">
                <a:solidFill>
                  <a:srgbClr val="A4B8BE"/>
                </a:solidFill>
                <a:latin typeface="Arial"/>
                <a:ea typeface="Arial"/>
                <a:cs typeface="Arial"/>
              </a:defRPr>
            </a:lvl7pPr>
            <a:lvl8pPr>
              <a:defRPr sz="1725" b="0">
                <a:solidFill>
                  <a:srgbClr val="A4B8BE"/>
                </a:solidFill>
                <a:latin typeface="Arial"/>
                <a:ea typeface="Arial"/>
                <a:cs typeface="Arial"/>
              </a:defRPr>
            </a:lvl8pPr>
            <a:lvl9pPr>
              <a:defRPr sz="1725" b="0">
                <a:solidFill>
                  <a:srgbClr val="A4B8BE"/>
                </a:solidFill>
                <a:latin typeface="Arial"/>
                <a:ea typeface="Arial"/>
                <a:cs typeface="Arial"/>
              </a:defRPr>
            </a:lvl9pPr>
          </a:lstStyle>
          <a:p xmlns:a="http://schemas.openxmlformats.org/drawingml/2006/main">
            <a:pPr>
              <a:defRPr sz="1725" b="0">
                <a:solidFill>
                  <a:srgbClr val="A4B8BE"/>
                </a:solidFill>
                <a:latin typeface="Arial"/>
                <a:ea typeface="Arial"/>
                <a:cs typeface="Arial"/>
              </a:defRPr>
            </a:pPr>
            <a:r>
              <a:rPr sz="1725" b="0">
                <a:solidFill>
                  <a:srgbClr val="A4B8BE"/>
                </a:solidFill>
                <a:latin typeface="Arial"/>
                <a:ea typeface="Arial"/>
                <a:cs typeface="Arial"/>
              </a:rPr>
              <a:t>Normals use the inverse transpose</a:t>
            </a:r>
          </a:p>
        </p:txBody>
      </p:sp>
      <p:pic>
        <p:nvPicPr>
          <p:cNvPr id="7" name="">
            <a:extLst xmlns:a="http://schemas.openxmlformats.org/drawingml/2006/main">
              <a:ext uri="{FF2B5EF4-FFF2-40B4-BE49-F238E27FC236}">
                <a16:creationId xmlns:a16="http://schemas.microsoft.com/office/drawing/2014/main" id="{395B46D3-FA0E-4421-B184-2E9287B6FDEB}"/>
              </a:ext>
            </a:extLst>
          </p:cNvPr>
          <p:cNvPicPr>
            <a:picLocks xmlns:a="http://schemas.openxmlformats.org/drawingml/2006/main" noChangeAspect="1"/>
          </p:cNvPicPr>
          <p:nvPr/>
        </p:nvPicPr>
        <p:blipFill>
          <a:blip xmlns:r="http://schemas.openxmlformats.org/officeDocument/2006/relationships" xmlns:a="http://schemas.openxmlformats.org/drawingml/2006/main" r:embed="Raee92d6c94a147ee"/>
          <a:stretch xmlns:a="http://schemas.openxmlformats.org/drawingml/2006/main"/>
        </p:blipFill>
        <p:spPr>
          <a:xfrm xmlns:a="http://schemas.openxmlformats.org/drawingml/2006/main">
            <a:off x="5429250" y="1763018"/>
            <a:ext cx="6143625" cy="3455789"/>
          </a:xfrm>
          <a:prstGeom xmlns:a="http://schemas.openxmlformats.org/drawingml/2006/main" prst="rect">
            <a:avLst/>
          </a:prstGeom>
        </p:spPr>
      </p:pic>
    </p:spTree>
    <p:extLst>
      <p:ext uri="{BB962C8B-B14F-4D97-AF65-F5344CB8AC3E}">
        <p14:creationId xmlns:p14="http://schemas.microsoft.com/office/powerpoint/2010/main" val="151351368"/>
      </p:ext>
    </p:extLst>
  </p:cSld>
</p:sld>
</file>

<file path=ppt/slides/slide6.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CD0E8F-5F89-42D8-AE99-5E9F48CD4607}"/>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8F0ED"/>
                </a:solidFill>
                <a:latin typeface="Arial"/>
                <a:ea typeface="Arial"/>
                <a:cs typeface="Arial"/>
              </a:defRPr>
            </a:defPPr>
            <a:lvl1pPr>
              <a:defRPr sz="3450" b="1">
                <a:solidFill>
                  <a:srgbClr val="E8F0ED"/>
                </a:solidFill>
                <a:latin typeface="Arial"/>
                <a:ea typeface="Arial"/>
                <a:cs typeface="Arial"/>
              </a:defRPr>
            </a:lvl1pPr>
            <a:lvl2pPr>
              <a:defRPr sz="3450" b="1">
                <a:solidFill>
                  <a:srgbClr val="E8F0ED"/>
                </a:solidFill>
                <a:latin typeface="Arial"/>
                <a:ea typeface="Arial"/>
                <a:cs typeface="Arial"/>
              </a:defRPr>
            </a:lvl2pPr>
            <a:lvl3pPr>
              <a:defRPr sz="3450" b="1">
                <a:solidFill>
                  <a:srgbClr val="E8F0ED"/>
                </a:solidFill>
                <a:latin typeface="Arial"/>
                <a:ea typeface="Arial"/>
                <a:cs typeface="Arial"/>
              </a:defRPr>
            </a:lvl3pPr>
            <a:lvl4pPr>
              <a:defRPr sz="3450" b="1">
                <a:solidFill>
                  <a:srgbClr val="E8F0ED"/>
                </a:solidFill>
                <a:latin typeface="Arial"/>
                <a:ea typeface="Arial"/>
                <a:cs typeface="Arial"/>
              </a:defRPr>
            </a:lvl4pPr>
            <a:lvl5pPr>
              <a:defRPr sz="3450" b="1">
                <a:solidFill>
                  <a:srgbClr val="E8F0ED"/>
                </a:solidFill>
                <a:latin typeface="Arial"/>
                <a:ea typeface="Arial"/>
                <a:cs typeface="Arial"/>
              </a:defRPr>
            </a:lvl5pPr>
            <a:lvl6pPr>
              <a:defRPr sz="3450" b="1">
                <a:solidFill>
                  <a:srgbClr val="E8F0ED"/>
                </a:solidFill>
                <a:latin typeface="Arial"/>
                <a:ea typeface="Arial"/>
                <a:cs typeface="Arial"/>
              </a:defRPr>
            </a:lvl6pPr>
            <a:lvl7pPr>
              <a:defRPr sz="3450" b="1">
                <a:solidFill>
                  <a:srgbClr val="E8F0ED"/>
                </a:solidFill>
                <a:latin typeface="Arial"/>
                <a:ea typeface="Arial"/>
                <a:cs typeface="Arial"/>
              </a:defRPr>
            </a:lvl7pPr>
            <a:lvl8pPr>
              <a:defRPr sz="3450" b="1">
                <a:solidFill>
                  <a:srgbClr val="E8F0ED"/>
                </a:solidFill>
                <a:latin typeface="Arial"/>
                <a:ea typeface="Arial"/>
                <a:cs typeface="Arial"/>
              </a:defRPr>
            </a:lvl8pPr>
            <a:lvl9pPr>
              <a:defRPr sz="3450" b="1">
                <a:solidFill>
                  <a:srgbClr val="E8F0ED"/>
                </a:solidFill>
                <a:latin typeface="Arial"/>
                <a:ea typeface="Arial"/>
                <a:cs typeface="Arial"/>
              </a:defRPr>
            </a:lvl9pPr>
          </a:lstStyle>
          <a:p xmlns:a="http://schemas.openxmlformats.org/drawingml/2006/main">
            <a:pPr>
              <a:defRPr sz="3450" b="1">
                <a:solidFill>
                  <a:srgbClr val="E8F0ED"/>
                </a:solidFill>
                <a:latin typeface="Arial"/>
                <a:ea typeface="Arial"/>
                <a:cs typeface="Arial"/>
              </a:defRPr>
            </a:pPr>
            <a:r>
              <a:rPr sz="3450" b="1">
                <a:solidFill>
                  <a:srgbClr val="E8F0ED"/>
                </a:solidFill>
                <a:latin typeface="Arial"/>
                <a:ea typeface="Arial"/>
                <a:cs typeface="Arial"/>
              </a:rPr>
              <a:t>Texture sampling and particle lifecycles</a:t>
            </a:r>
          </a:p>
        </p:txBody>
      </p:sp>
      <p:sp>
        <p:nvSpPr>
          <p:cNvPr id="2" name="">
            <a:extLst xmlns:a="http://schemas.openxmlformats.org/drawingml/2006/main">
              <a:ext uri="{FF2B5EF4-FFF2-40B4-BE49-F238E27FC236}">
                <a16:creationId xmlns:a16="http://schemas.microsoft.com/office/drawing/2014/main" id="{61E8DA8E-3705-4423-BC8E-3AF0DFFD6E68}"/>
              </a:ext>
            </a:extLst>
          </p:cNvPr>
          <p:cNvSpPr>
            <a:spLocks xmlns:a="http://schemas.openxmlformats.org/drawingml/2006/main" noGrp="1"/>
          </p:cNvSpPr>
          <p:nvPr/>
        </p:nvSpPr>
        <p:spPr>
          <a:xfrm xmlns:a="http://schemas.openxmlformats.org/drawingml/2006/main">
            <a:off x="1114425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4B8BE"/>
                </a:solidFill>
                <a:latin typeface="Arial"/>
                <a:ea typeface="Arial"/>
                <a:cs typeface="Arial"/>
              </a:defRPr>
            </a:defPPr>
            <a:lvl1pPr>
              <a:defRPr sz="1350" b="0">
                <a:solidFill>
                  <a:srgbClr val="A4B8BE"/>
                </a:solidFill>
                <a:latin typeface="Arial"/>
                <a:ea typeface="Arial"/>
                <a:cs typeface="Arial"/>
              </a:defRPr>
            </a:lvl1pPr>
            <a:lvl2pPr>
              <a:defRPr sz="1350" b="0">
                <a:solidFill>
                  <a:srgbClr val="A4B8BE"/>
                </a:solidFill>
                <a:latin typeface="Arial"/>
                <a:ea typeface="Arial"/>
                <a:cs typeface="Arial"/>
              </a:defRPr>
            </a:lvl2pPr>
            <a:lvl3pPr>
              <a:defRPr sz="1350" b="0">
                <a:solidFill>
                  <a:srgbClr val="A4B8BE"/>
                </a:solidFill>
                <a:latin typeface="Arial"/>
                <a:ea typeface="Arial"/>
                <a:cs typeface="Arial"/>
              </a:defRPr>
            </a:lvl3pPr>
            <a:lvl4pPr>
              <a:defRPr sz="1350" b="0">
                <a:solidFill>
                  <a:srgbClr val="A4B8BE"/>
                </a:solidFill>
                <a:latin typeface="Arial"/>
                <a:ea typeface="Arial"/>
                <a:cs typeface="Arial"/>
              </a:defRPr>
            </a:lvl4pPr>
            <a:lvl5pPr>
              <a:defRPr sz="1350" b="0">
                <a:solidFill>
                  <a:srgbClr val="A4B8BE"/>
                </a:solidFill>
                <a:latin typeface="Arial"/>
                <a:ea typeface="Arial"/>
                <a:cs typeface="Arial"/>
              </a:defRPr>
            </a:lvl5pPr>
            <a:lvl6pPr>
              <a:defRPr sz="1350" b="0">
                <a:solidFill>
                  <a:srgbClr val="A4B8BE"/>
                </a:solidFill>
                <a:latin typeface="Arial"/>
                <a:ea typeface="Arial"/>
                <a:cs typeface="Arial"/>
              </a:defRPr>
            </a:lvl6pPr>
            <a:lvl7pPr>
              <a:defRPr sz="1350" b="0">
                <a:solidFill>
                  <a:srgbClr val="A4B8BE"/>
                </a:solidFill>
                <a:latin typeface="Arial"/>
                <a:ea typeface="Arial"/>
                <a:cs typeface="Arial"/>
              </a:defRPr>
            </a:lvl7pPr>
            <a:lvl8pPr>
              <a:defRPr sz="1350" b="0">
                <a:solidFill>
                  <a:srgbClr val="A4B8BE"/>
                </a:solidFill>
                <a:latin typeface="Arial"/>
                <a:ea typeface="Arial"/>
                <a:cs typeface="Arial"/>
              </a:defRPr>
            </a:lvl8pPr>
            <a:lvl9pPr>
              <a:defRPr sz="1350" b="0">
                <a:solidFill>
                  <a:srgbClr val="A4B8BE"/>
                </a:solidFill>
                <a:latin typeface="Arial"/>
                <a:ea typeface="Arial"/>
                <a:cs typeface="Arial"/>
              </a:defRPr>
            </a:lvl9pPr>
          </a:lstStyle>
          <a:p xmlns:a="http://schemas.openxmlformats.org/drawingml/2006/main">
            <a:pPr>
              <a:defRPr sz="1350" b="0">
                <a:solidFill>
                  <a:srgbClr val="A4B8BE"/>
                </a:solidFill>
                <a:latin typeface="Arial"/>
                <a:ea typeface="Arial"/>
                <a:cs typeface="Arial"/>
              </a:defRPr>
            </a:pPr>
            <a:r>
              <a:rPr sz="1350" b="0">
                <a:solidFill>
                  <a:srgbClr val="A4B8BE"/>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A9E077AF-3B32-4BC7-A74D-AFE2306A1C3F}"/>
              </a:ext>
            </a:extLst>
          </p:cNvPr>
          <p:cNvPicPr>
            <a:picLocks xmlns:a="http://schemas.openxmlformats.org/drawingml/2006/main" noChangeAspect="1"/>
          </p:cNvPicPr>
          <p:nvPr/>
        </p:nvPicPr>
        <p:blipFill>
          <a:blip xmlns:r="http://schemas.openxmlformats.org/officeDocument/2006/relationships" xmlns:a="http://schemas.openxmlformats.org/drawingml/2006/main" r:embed="R06dd88108567469d"/>
          <a:stretch xmlns:a="http://schemas.openxmlformats.org/drawingml/2006/main"/>
        </p:blipFill>
        <p:spPr>
          <a:xfrm xmlns:a="http://schemas.openxmlformats.org/drawingml/2006/main">
            <a:off x="5239279" y="1619250"/>
            <a:ext cx="6333067" cy="3562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97048F7-22C3-45B5-B9D3-AD9A56F3C73E}"/>
              </a:ext>
            </a:extLst>
          </p:cNvPr>
          <p:cNvSpPr>
            <a:spLocks xmlns:a="http://schemas.openxmlformats.org/drawingml/2006/main" noGrp="1"/>
          </p:cNvSpPr>
          <p:nvPr/>
        </p:nvSpPr>
        <p:spPr>
          <a:xfrm xmlns:a="http://schemas.openxmlformats.org/drawingml/2006/main">
            <a:off x="609600" y="1619250"/>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67D1BE"/>
                </a:solidFill>
                <a:latin typeface="Arial"/>
                <a:ea typeface="Arial"/>
                <a:cs typeface="Arial"/>
              </a:defRPr>
            </a:defPPr>
            <a:lvl1pPr>
              <a:defRPr sz="2325" b="1">
                <a:solidFill>
                  <a:srgbClr val="67D1BE"/>
                </a:solidFill>
                <a:latin typeface="Arial"/>
                <a:ea typeface="Arial"/>
                <a:cs typeface="Arial"/>
              </a:defRPr>
            </a:lvl1pPr>
            <a:lvl2pPr>
              <a:defRPr sz="2325" b="1">
                <a:solidFill>
                  <a:srgbClr val="67D1BE"/>
                </a:solidFill>
                <a:latin typeface="Arial"/>
                <a:ea typeface="Arial"/>
                <a:cs typeface="Arial"/>
              </a:defRPr>
            </a:lvl2pPr>
            <a:lvl3pPr>
              <a:defRPr sz="2325" b="1">
                <a:solidFill>
                  <a:srgbClr val="67D1BE"/>
                </a:solidFill>
                <a:latin typeface="Arial"/>
                <a:ea typeface="Arial"/>
                <a:cs typeface="Arial"/>
              </a:defRPr>
            </a:lvl3pPr>
            <a:lvl4pPr>
              <a:defRPr sz="2325" b="1">
                <a:solidFill>
                  <a:srgbClr val="67D1BE"/>
                </a:solidFill>
                <a:latin typeface="Arial"/>
                <a:ea typeface="Arial"/>
                <a:cs typeface="Arial"/>
              </a:defRPr>
            </a:lvl4pPr>
            <a:lvl5pPr>
              <a:defRPr sz="2325" b="1">
                <a:solidFill>
                  <a:srgbClr val="67D1BE"/>
                </a:solidFill>
                <a:latin typeface="Arial"/>
                <a:ea typeface="Arial"/>
                <a:cs typeface="Arial"/>
              </a:defRPr>
            </a:lvl5pPr>
            <a:lvl6pPr>
              <a:defRPr sz="2325" b="1">
                <a:solidFill>
                  <a:srgbClr val="67D1BE"/>
                </a:solidFill>
                <a:latin typeface="Arial"/>
                <a:ea typeface="Arial"/>
                <a:cs typeface="Arial"/>
              </a:defRPr>
            </a:lvl6pPr>
            <a:lvl7pPr>
              <a:defRPr sz="2325" b="1">
                <a:solidFill>
                  <a:srgbClr val="67D1BE"/>
                </a:solidFill>
                <a:latin typeface="Arial"/>
                <a:ea typeface="Arial"/>
                <a:cs typeface="Arial"/>
              </a:defRPr>
            </a:lvl7pPr>
            <a:lvl8pPr>
              <a:defRPr sz="2325" b="1">
                <a:solidFill>
                  <a:srgbClr val="67D1BE"/>
                </a:solidFill>
                <a:latin typeface="Arial"/>
                <a:ea typeface="Arial"/>
                <a:cs typeface="Arial"/>
              </a:defRPr>
            </a:lvl8pPr>
            <a:lvl9pPr>
              <a:defRPr sz="2325" b="1">
                <a:solidFill>
                  <a:srgbClr val="67D1BE"/>
                </a:solidFill>
                <a:latin typeface="Arial"/>
                <a:ea typeface="Arial"/>
                <a:cs typeface="Arial"/>
              </a:defRPr>
            </a:lvl9pPr>
          </a:lstStyle>
          <a:p xmlns:a="http://schemas.openxmlformats.org/drawingml/2006/main">
            <a:pPr>
              <a:defRPr sz="2325" b="1">
                <a:solidFill>
                  <a:srgbClr val="67D1BE"/>
                </a:solidFill>
                <a:latin typeface="Arial"/>
                <a:ea typeface="Arial"/>
                <a:cs typeface="Arial"/>
              </a:defRPr>
            </a:pPr>
            <a:r>
              <a:rPr sz="2325" b="1">
                <a:solidFill>
                  <a:srgbClr val="67D1BE"/>
                </a:solidFill>
                <a:latin typeface="Arial"/>
                <a:ea typeface="Arial"/>
                <a:cs typeface="Arial"/>
              </a:rPr>
              <a:t>Concrete texture</a:t>
            </a:r>
          </a:p>
        </p:txBody>
      </p:sp>
      <p:sp>
        <p:nvSpPr>
          <p:cNvPr id="5" name="">
            <a:extLst xmlns:a="http://schemas.openxmlformats.org/drawingml/2006/main">
              <a:ext uri="{FF2B5EF4-FFF2-40B4-BE49-F238E27FC236}">
                <a16:creationId xmlns:a16="http://schemas.microsoft.com/office/drawing/2014/main" id="{7353025B-334C-4D9D-8592-EB82F7C35834}"/>
              </a:ext>
            </a:extLst>
          </p:cNvPr>
          <p:cNvSpPr>
            <a:spLocks xmlns:a="http://schemas.openxmlformats.org/drawingml/2006/main" noGrp="1"/>
          </p:cNvSpPr>
          <p:nvPr/>
        </p:nvSpPr>
        <p:spPr>
          <a:xfrm xmlns:a="http://schemas.openxmlformats.org/drawingml/2006/main">
            <a:off x="609600" y="2209800"/>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8F0ED"/>
                </a:solidFill>
                <a:latin typeface="Arial"/>
                <a:ea typeface="Arial"/>
                <a:cs typeface="Arial"/>
              </a:defRPr>
            </a:defPPr>
            <a:lvl1pPr>
              <a:defRPr sz="2025" b="0">
                <a:solidFill>
                  <a:srgbClr val="E8F0ED"/>
                </a:solidFill>
                <a:latin typeface="Arial"/>
                <a:ea typeface="Arial"/>
                <a:cs typeface="Arial"/>
              </a:defRPr>
            </a:lvl1pPr>
            <a:lvl2pPr>
              <a:defRPr sz="2025" b="0">
                <a:solidFill>
                  <a:srgbClr val="E8F0ED"/>
                </a:solidFill>
                <a:latin typeface="Arial"/>
                <a:ea typeface="Arial"/>
                <a:cs typeface="Arial"/>
              </a:defRPr>
            </a:lvl2pPr>
            <a:lvl3pPr>
              <a:defRPr sz="2025" b="0">
                <a:solidFill>
                  <a:srgbClr val="E8F0ED"/>
                </a:solidFill>
                <a:latin typeface="Arial"/>
                <a:ea typeface="Arial"/>
                <a:cs typeface="Arial"/>
              </a:defRPr>
            </a:lvl3pPr>
            <a:lvl4pPr>
              <a:defRPr sz="2025" b="0">
                <a:solidFill>
                  <a:srgbClr val="E8F0ED"/>
                </a:solidFill>
                <a:latin typeface="Arial"/>
                <a:ea typeface="Arial"/>
                <a:cs typeface="Arial"/>
              </a:defRPr>
            </a:lvl4pPr>
            <a:lvl5pPr>
              <a:defRPr sz="2025" b="0">
                <a:solidFill>
                  <a:srgbClr val="E8F0ED"/>
                </a:solidFill>
                <a:latin typeface="Arial"/>
                <a:ea typeface="Arial"/>
                <a:cs typeface="Arial"/>
              </a:defRPr>
            </a:lvl5pPr>
            <a:lvl6pPr>
              <a:defRPr sz="2025" b="0">
                <a:solidFill>
                  <a:srgbClr val="E8F0ED"/>
                </a:solidFill>
                <a:latin typeface="Arial"/>
                <a:ea typeface="Arial"/>
                <a:cs typeface="Arial"/>
              </a:defRPr>
            </a:lvl6pPr>
            <a:lvl7pPr>
              <a:defRPr sz="2025" b="0">
                <a:solidFill>
                  <a:srgbClr val="E8F0ED"/>
                </a:solidFill>
                <a:latin typeface="Arial"/>
                <a:ea typeface="Arial"/>
                <a:cs typeface="Arial"/>
              </a:defRPr>
            </a:lvl7pPr>
            <a:lvl8pPr>
              <a:defRPr sz="2025" b="0">
                <a:solidFill>
                  <a:srgbClr val="E8F0ED"/>
                </a:solidFill>
                <a:latin typeface="Arial"/>
                <a:ea typeface="Arial"/>
                <a:cs typeface="Arial"/>
              </a:defRPr>
            </a:lvl8pPr>
            <a:lvl9pPr>
              <a:defRPr sz="2025" b="0">
                <a:solidFill>
                  <a:srgbClr val="E8F0ED"/>
                </a:solidFill>
                <a:latin typeface="Arial"/>
                <a:ea typeface="Arial"/>
                <a:cs typeface="Arial"/>
              </a:defRPr>
            </a:lvl9pPr>
          </a:lstStyle>
          <a:p xmlns:a="http://schemas.openxmlformats.org/drawingml/2006/main">
            <a:pPr>
              <a:defRPr sz="2025" b="0">
                <a:solidFill>
                  <a:srgbClr val="E8F0ED"/>
                </a:solidFill>
                <a:latin typeface="Arial"/>
                <a:ea typeface="Arial"/>
                <a:cs typeface="Arial"/>
              </a:defRPr>
            </a:pPr>
            <a:r>
              <a:rPr sz="2025" b="0">
                <a:solidFill>
                  <a:srgbClr val="E8F0ED"/>
                </a:solidFill>
                <a:latin typeface="Arial"/>
                <a:ea typeface="Arial"/>
                <a:cs typeface="Arial"/>
              </a:rPr>
              <a:t>Correct UVs, repeat wrapping</a:t>
            </a:r>
          </a:p>
          <a:p xmlns:a="http://schemas.openxmlformats.org/drawingml/2006/main">
            <a:pPr>
              <a:defRPr sz="2025" b="0">
                <a:solidFill>
                  <a:srgbClr val="E8F0ED"/>
                </a:solidFill>
                <a:latin typeface="Arial"/>
                <a:ea typeface="Arial"/>
                <a:cs typeface="Arial"/>
              </a:defRPr>
            </a:pPr>
            <a:r>
              <a:rPr sz="2025" b="0">
                <a:solidFill>
                  <a:srgbClr val="E8F0ED"/>
                </a:solidFill>
                <a:latin typeface="Arial"/>
                <a:ea typeface="Arial"/>
                <a:cs typeface="Arial"/>
              </a:rPr>
              <a:t>Mipmaps reduce minification shimmer</a:t>
            </a:r>
          </a:p>
        </p:txBody>
      </p:sp>
      <p:sp>
        <p:nvSpPr>
          <p:cNvPr id="6" name="">
            <a:extLst xmlns:a="http://schemas.openxmlformats.org/drawingml/2006/main">
              <a:ext uri="{FF2B5EF4-FFF2-40B4-BE49-F238E27FC236}">
                <a16:creationId xmlns:a16="http://schemas.microsoft.com/office/drawing/2014/main" id="{3DDF89E2-1AAE-43B9-B69E-69DDCBA382BA}"/>
              </a:ext>
            </a:extLst>
          </p:cNvPr>
          <p:cNvSpPr>
            <a:spLocks xmlns:a="http://schemas.openxmlformats.org/drawingml/2006/main" noGrp="1"/>
          </p:cNvSpPr>
          <p:nvPr/>
        </p:nvSpPr>
        <p:spPr>
          <a:xfrm xmlns:a="http://schemas.openxmlformats.org/drawingml/2006/main">
            <a:off x="609600" y="35718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67D1BE"/>
                </a:solidFill>
                <a:latin typeface="Arial"/>
                <a:ea typeface="Arial"/>
                <a:cs typeface="Arial"/>
              </a:defRPr>
            </a:defPPr>
            <a:lvl1pPr>
              <a:defRPr sz="2325" b="1">
                <a:solidFill>
                  <a:srgbClr val="67D1BE"/>
                </a:solidFill>
                <a:latin typeface="Arial"/>
                <a:ea typeface="Arial"/>
                <a:cs typeface="Arial"/>
              </a:defRPr>
            </a:lvl1pPr>
            <a:lvl2pPr>
              <a:defRPr sz="2325" b="1">
                <a:solidFill>
                  <a:srgbClr val="67D1BE"/>
                </a:solidFill>
                <a:latin typeface="Arial"/>
                <a:ea typeface="Arial"/>
                <a:cs typeface="Arial"/>
              </a:defRPr>
            </a:lvl2pPr>
            <a:lvl3pPr>
              <a:defRPr sz="2325" b="1">
                <a:solidFill>
                  <a:srgbClr val="67D1BE"/>
                </a:solidFill>
                <a:latin typeface="Arial"/>
                <a:ea typeface="Arial"/>
                <a:cs typeface="Arial"/>
              </a:defRPr>
            </a:lvl3pPr>
            <a:lvl4pPr>
              <a:defRPr sz="2325" b="1">
                <a:solidFill>
                  <a:srgbClr val="67D1BE"/>
                </a:solidFill>
                <a:latin typeface="Arial"/>
                <a:ea typeface="Arial"/>
                <a:cs typeface="Arial"/>
              </a:defRPr>
            </a:lvl4pPr>
            <a:lvl5pPr>
              <a:defRPr sz="2325" b="1">
                <a:solidFill>
                  <a:srgbClr val="67D1BE"/>
                </a:solidFill>
                <a:latin typeface="Arial"/>
                <a:ea typeface="Arial"/>
                <a:cs typeface="Arial"/>
              </a:defRPr>
            </a:lvl5pPr>
            <a:lvl6pPr>
              <a:defRPr sz="2325" b="1">
                <a:solidFill>
                  <a:srgbClr val="67D1BE"/>
                </a:solidFill>
                <a:latin typeface="Arial"/>
                <a:ea typeface="Arial"/>
                <a:cs typeface="Arial"/>
              </a:defRPr>
            </a:lvl6pPr>
            <a:lvl7pPr>
              <a:defRPr sz="2325" b="1">
                <a:solidFill>
                  <a:srgbClr val="67D1BE"/>
                </a:solidFill>
                <a:latin typeface="Arial"/>
                <a:ea typeface="Arial"/>
                <a:cs typeface="Arial"/>
              </a:defRPr>
            </a:lvl7pPr>
            <a:lvl8pPr>
              <a:defRPr sz="2325" b="1">
                <a:solidFill>
                  <a:srgbClr val="67D1BE"/>
                </a:solidFill>
                <a:latin typeface="Arial"/>
                <a:ea typeface="Arial"/>
                <a:cs typeface="Arial"/>
              </a:defRPr>
            </a:lvl8pPr>
            <a:lvl9pPr>
              <a:defRPr sz="2325" b="1">
                <a:solidFill>
                  <a:srgbClr val="67D1BE"/>
                </a:solidFill>
                <a:latin typeface="Arial"/>
                <a:ea typeface="Arial"/>
                <a:cs typeface="Arial"/>
              </a:defRPr>
            </a:lvl9pPr>
          </a:lstStyle>
          <a:p xmlns:a="http://schemas.openxmlformats.org/drawingml/2006/main">
            <a:pPr>
              <a:defRPr sz="2325" b="1">
                <a:solidFill>
                  <a:srgbClr val="67D1BE"/>
                </a:solidFill>
                <a:latin typeface="Arial"/>
                <a:ea typeface="Arial"/>
                <a:cs typeface="Arial"/>
              </a:defRPr>
            </a:pPr>
            <a:r>
              <a:rPr sz="2325" b="1">
                <a:solidFill>
                  <a:srgbClr val="67D1BE"/>
                </a:solidFill>
                <a:latin typeface="Arial"/>
                <a:ea typeface="Arial"/>
                <a:cs typeface="Arial"/>
              </a:rPr>
              <a:t>Fire and smoke</a:t>
            </a:r>
          </a:p>
        </p:txBody>
      </p:sp>
      <p:sp>
        <p:nvSpPr>
          <p:cNvPr id="7" name="">
            <a:extLst xmlns:a="http://schemas.openxmlformats.org/drawingml/2006/main">
              <a:ext uri="{FF2B5EF4-FFF2-40B4-BE49-F238E27FC236}">
                <a16:creationId xmlns:a16="http://schemas.microsoft.com/office/drawing/2014/main" id="{727EF2D0-3B57-40E5-AB32-01F6F3F439C9}"/>
              </a:ext>
            </a:extLst>
          </p:cNvPr>
          <p:cNvSpPr>
            <a:spLocks xmlns:a="http://schemas.openxmlformats.org/drawingml/2006/main" noGrp="1"/>
          </p:cNvSpPr>
          <p:nvPr/>
        </p:nvSpPr>
        <p:spPr>
          <a:xfrm xmlns:a="http://schemas.openxmlformats.org/drawingml/2006/main">
            <a:off x="609600" y="417195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8F0ED"/>
                </a:solidFill>
                <a:latin typeface="Arial"/>
                <a:ea typeface="Arial"/>
                <a:cs typeface="Arial"/>
              </a:defRPr>
            </a:defPPr>
            <a:lvl1pPr>
              <a:defRPr sz="2025" b="0">
                <a:solidFill>
                  <a:srgbClr val="E8F0ED"/>
                </a:solidFill>
                <a:latin typeface="Arial"/>
                <a:ea typeface="Arial"/>
                <a:cs typeface="Arial"/>
              </a:defRPr>
            </a:lvl1pPr>
            <a:lvl2pPr>
              <a:defRPr sz="2025" b="0">
                <a:solidFill>
                  <a:srgbClr val="E8F0ED"/>
                </a:solidFill>
                <a:latin typeface="Arial"/>
                <a:ea typeface="Arial"/>
                <a:cs typeface="Arial"/>
              </a:defRPr>
            </a:lvl2pPr>
            <a:lvl3pPr>
              <a:defRPr sz="2025" b="0">
                <a:solidFill>
                  <a:srgbClr val="E8F0ED"/>
                </a:solidFill>
                <a:latin typeface="Arial"/>
                <a:ea typeface="Arial"/>
                <a:cs typeface="Arial"/>
              </a:defRPr>
            </a:lvl3pPr>
            <a:lvl4pPr>
              <a:defRPr sz="2025" b="0">
                <a:solidFill>
                  <a:srgbClr val="E8F0ED"/>
                </a:solidFill>
                <a:latin typeface="Arial"/>
                <a:ea typeface="Arial"/>
                <a:cs typeface="Arial"/>
              </a:defRPr>
            </a:lvl4pPr>
            <a:lvl5pPr>
              <a:defRPr sz="2025" b="0">
                <a:solidFill>
                  <a:srgbClr val="E8F0ED"/>
                </a:solidFill>
                <a:latin typeface="Arial"/>
                <a:ea typeface="Arial"/>
                <a:cs typeface="Arial"/>
              </a:defRPr>
            </a:lvl5pPr>
            <a:lvl6pPr>
              <a:defRPr sz="2025" b="0">
                <a:solidFill>
                  <a:srgbClr val="E8F0ED"/>
                </a:solidFill>
                <a:latin typeface="Arial"/>
                <a:ea typeface="Arial"/>
                <a:cs typeface="Arial"/>
              </a:defRPr>
            </a:lvl6pPr>
            <a:lvl7pPr>
              <a:defRPr sz="2025" b="0">
                <a:solidFill>
                  <a:srgbClr val="E8F0ED"/>
                </a:solidFill>
                <a:latin typeface="Arial"/>
                <a:ea typeface="Arial"/>
                <a:cs typeface="Arial"/>
              </a:defRPr>
            </a:lvl7pPr>
            <a:lvl8pPr>
              <a:defRPr sz="2025" b="0">
                <a:solidFill>
                  <a:srgbClr val="E8F0ED"/>
                </a:solidFill>
                <a:latin typeface="Arial"/>
                <a:ea typeface="Arial"/>
                <a:cs typeface="Arial"/>
              </a:defRPr>
            </a:lvl8pPr>
            <a:lvl9pPr>
              <a:defRPr sz="2025" b="0">
                <a:solidFill>
                  <a:srgbClr val="E8F0ED"/>
                </a:solidFill>
                <a:latin typeface="Arial"/>
                <a:ea typeface="Arial"/>
                <a:cs typeface="Arial"/>
              </a:defRPr>
            </a:lvl9pPr>
          </a:lstStyle>
          <a:p xmlns:a="http://schemas.openxmlformats.org/drawingml/2006/main">
            <a:pPr>
              <a:defRPr sz="2025" b="0">
                <a:solidFill>
                  <a:srgbClr val="E8F0ED"/>
                </a:solidFill>
                <a:latin typeface="Arial"/>
                <a:ea typeface="Arial"/>
                <a:cs typeface="Arial"/>
              </a:defRPr>
            </a:pPr>
            <a:r>
              <a:rPr sz="2025" b="0">
                <a:solidFill>
                  <a:srgbClr val="E8F0ED"/>
                </a:solidFill>
                <a:latin typeface="Arial"/>
                <a:ea typeface="Arial"/>
                <a:cs typeface="Arial"/>
              </a:rPr>
              <a:t>Birth, motion, aging and removal</a:t>
            </a:r>
          </a:p>
          <a:p xmlns:a="http://schemas.openxmlformats.org/drawingml/2006/main">
            <a:pPr>
              <a:defRPr sz="2025" b="0">
                <a:solidFill>
                  <a:srgbClr val="E8F0ED"/>
                </a:solidFill>
                <a:latin typeface="Arial"/>
                <a:ea typeface="Arial"/>
                <a:cs typeface="Arial"/>
              </a:defRPr>
            </a:pPr>
            <a:r>
              <a:rPr sz="2025" b="0">
                <a:solidFill>
                  <a:srgbClr val="E8F0ED"/>
                </a:solidFill>
                <a:latin typeface="Arial"/>
                <a:ea typeface="Arial"/>
                <a:cs typeface="Arial"/>
              </a:rPr>
              <a:t>3,600-particle capacity</a:t>
            </a:r>
          </a:p>
          <a:p xmlns:a="http://schemas.openxmlformats.org/drawingml/2006/main">
            <a:pPr>
              <a:defRPr sz="2025" b="0">
                <a:solidFill>
                  <a:srgbClr val="E8F0ED"/>
                </a:solidFill>
                <a:latin typeface="Arial"/>
                <a:ea typeface="Arial"/>
                <a:cs typeface="Arial"/>
              </a:defRPr>
            </a:pPr>
            <a:r>
              <a:rPr sz="2025" b="0">
                <a:solidFill>
                  <a:srgbClr val="E8F0ED"/>
                </a:solidFill>
                <a:latin typeface="Arial"/>
                <a:ea typeface="Arial"/>
                <a:cs typeface="Arial"/>
              </a:rPr>
              <a:t>Two instanced billboard passes</a:t>
            </a:r>
          </a:p>
        </p:txBody>
      </p:sp>
      <p:sp>
        <p:nvSpPr>
          <p:cNvPr id="8" name="">
            <a:extLst xmlns:a="http://schemas.openxmlformats.org/drawingml/2006/main">
              <a:ext uri="{FF2B5EF4-FFF2-40B4-BE49-F238E27FC236}">
                <a16:creationId xmlns:a16="http://schemas.microsoft.com/office/drawing/2014/main" id="{CD2E988B-1A6C-4788-A481-BB962231234F}"/>
              </a:ext>
            </a:extLst>
          </p:cNvPr>
          <p:cNvSpPr>
            <a:spLocks xmlns:a="http://schemas.openxmlformats.org/drawingml/2006/main" noGrp="1"/>
          </p:cNvSpPr>
          <p:nvPr/>
        </p:nvSpPr>
        <p:spPr>
          <a:xfrm xmlns:a="http://schemas.openxmlformats.org/drawingml/2006/main">
            <a:off x="5238750" y="5524500"/>
            <a:ext cx="6334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E7A063"/>
                </a:solidFill>
                <a:latin typeface="Arial"/>
                <a:ea typeface="Arial"/>
                <a:cs typeface="Arial"/>
              </a:defRPr>
            </a:defPPr>
            <a:lvl1pPr>
              <a:defRPr sz="1875" b="0">
                <a:solidFill>
                  <a:srgbClr val="E7A063"/>
                </a:solidFill>
                <a:latin typeface="Arial"/>
                <a:ea typeface="Arial"/>
                <a:cs typeface="Arial"/>
              </a:defRPr>
            </a:lvl1pPr>
            <a:lvl2pPr>
              <a:defRPr sz="1875" b="0">
                <a:solidFill>
                  <a:srgbClr val="E7A063"/>
                </a:solidFill>
                <a:latin typeface="Arial"/>
                <a:ea typeface="Arial"/>
                <a:cs typeface="Arial"/>
              </a:defRPr>
            </a:lvl2pPr>
            <a:lvl3pPr>
              <a:defRPr sz="1875" b="0">
                <a:solidFill>
                  <a:srgbClr val="E7A063"/>
                </a:solidFill>
                <a:latin typeface="Arial"/>
                <a:ea typeface="Arial"/>
                <a:cs typeface="Arial"/>
              </a:defRPr>
            </a:lvl3pPr>
            <a:lvl4pPr>
              <a:defRPr sz="1875" b="0">
                <a:solidFill>
                  <a:srgbClr val="E7A063"/>
                </a:solidFill>
                <a:latin typeface="Arial"/>
                <a:ea typeface="Arial"/>
                <a:cs typeface="Arial"/>
              </a:defRPr>
            </a:lvl4pPr>
            <a:lvl5pPr>
              <a:defRPr sz="1875" b="0">
                <a:solidFill>
                  <a:srgbClr val="E7A063"/>
                </a:solidFill>
                <a:latin typeface="Arial"/>
                <a:ea typeface="Arial"/>
                <a:cs typeface="Arial"/>
              </a:defRPr>
            </a:lvl5pPr>
            <a:lvl6pPr>
              <a:defRPr sz="1875" b="0">
                <a:solidFill>
                  <a:srgbClr val="E7A063"/>
                </a:solidFill>
                <a:latin typeface="Arial"/>
                <a:ea typeface="Arial"/>
                <a:cs typeface="Arial"/>
              </a:defRPr>
            </a:lvl6pPr>
            <a:lvl7pPr>
              <a:defRPr sz="1875" b="0">
                <a:solidFill>
                  <a:srgbClr val="E7A063"/>
                </a:solidFill>
                <a:latin typeface="Arial"/>
                <a:ea typeface="Arial"/>
                <a:cs typeface="Arial"/>
              </a:defRPr>
            </a:lvl7pPr>
            <a:lvl8pPr>
              <a:defRPr sz="1875" b="0">
                <a:solidFill>
                  <a:srgbClr val="E7A063"/>
                </a:solidFill>
                <a:latin typeface="Arial"/>
                <a:ea typeface="Arial"/>
                <a:cs typeface="Arial"/>
              </a:defRPr>
            </a:lvl8pPr>
            <a:lvl9pPr>
              <a:defRPr sz="1875" b="0">
                <a:solidFill>
                  <a:srgbClr val="E7A063"/>
                </a:solidFill>
                <a:latin typeface="Arial"/>
                <a:ea typeface="Arial"/>
                <a:cs typeface="Arial"/>
              </a:defRPr>
            </a:lvl9pPr>
          </a:lstStyle>
          <a:p xmlns:a="http://schemas.openxmlformats.org/drawingml/2006/main">
            <a:pPr>
              <a:defRPr sz="1875" b="0">
                <a:solidFill>
                  <a:srgbClr val="E7A063"/>
                </a:solidFill>
                <a:latin typeface="Arial"/>
                <a:ea typeface="Arial"/>
                <a:cs typeface="Arial"/>
              </a:defRPr>
            </a:pPr>
            <a:r>
              <a:rPr sz="1875" b="0">
                <a:solidFill>
                  <a:srgbClr val="E7A063"/>
                </a:solidFill>
                <a:latin typeface="Arial"/>
                <a:ea typeface="Arial"/>
                <a:cs typeface="Arial"/>
              </a:rPr>
              <a:t>Smoke: sorted alpha   Fire: additive</a:t>
            </a:r>
          </a:p>
        </p:txBody>
      </p:sp>
    </p:spTree>
    <p:extLst>
      <p:ext uri="{BB962C8B-B14F-4D97-AF65-F5344CB8AC3E}">
        <p14:creationId xmlns:p14="http://schemas.microsoft.com/office/powerpoint/2010/main" val="2043276685"/>
      </p:ext>
    </p:extLst>
  </p:cSld>
</p:sld>
</file>

<file path=ppt/slides/slide7.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F7AEC3-0DC6-4D79-BAA2-C081CDFF4C8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8F0ED"/>
                </a:solidFill>
                <a:latin typeface="Arial"/>
                <a:ea typeface="Arial"/>
                <a:cs typeface="Arial"/>
              </a:defRPr>
            </a:defPPr>
            <a:lvl1pPr>
              <a:defRPr sz="3450" b="1">
                <a:solidFill>
                  <a:srgbClr val="E8F0ED"/>
                </a:solidFill>
                <a:latin typeface="Arial"/>
                <a:ea typeface="Arial"/>
                <a:cs typeface="Arial"/>
              </a:defRPr>
            </a:lvl1pPr>
            <a:lvl2pPr>
              <a:defRPr sz="3450" b="1">
                <a:solidFill>
                  <a:srgbClr val="E8F0ED"/>
                </a:solidFill>
                <a:latin typeface="Arial"/>
                <a:ea typeface="Arial"/>
                <a:cs typeface="Arial"/>
              </a:defRPr>
            </a:lvl2pPr>
            <a:lvl3pPr>
              <a:defRPr sz="3450" b="1">
                <a:solidFill>
                  <a:srgbClr val="E8F0ED"/>
                </a:solidFill>
                <a:latin typeface="Arial"/>
                <a:ea typeface="Arial"/>
                <a:cs typeface="Arial"/>
              </a:defRPr>
            </a:lvl3pPr>
            <a:lvl4pPr>
              <a:defRPr sz="3450" b="1">
                <a:solidFill>
                  <a:srgbClr val="E8F0ED"/>
                </a:solidFill>
                <a:latin typeface="Arial"/>
                <a:ea typeface="Arial"/>
                <a:cs typeface="Arial"/>
              </a:defRPr>
            </a:lvl4pPr>
            <a:lvl5pPr>
              <a:defRPr sz="3450" b="1">
                <a:solidFill>
                  <a:srgbClr val="E8F0ED"/>
                </a:solidFill>
                <a:latin typeface="Arial"/>
                <a:ea typeface="Arial"/>
                <a:cs typeface="Arial"/>
              </a:defRPr>
            </a:lvl5pPr>
            <a:lvl6pPr>
              <a:defRPr sz="3450" b="1">
                <a:solidFill>
                  <a:srgbClr val="E8F0ED"/>
                </a:solidFill>
                <a:latin typeface="Arial"/>
                <a:ea typeface="Arial"/>
                <a:cs typeface="Arial"/>
              </a:defRPr>
            </a:lvl6pPr>
            <a:lvl7pPr>
              <a:defRPr sz="3450" b="1">
                <a:solidFill>
                  <a:srgbClr val="E8F0ED"/>
                </a:solidFill>
                <a:latin typeface="Arial"/>
                <a:ea typeface="Arial"/>
                <a:cs typeface="Arial"/>
              </a:defRPr>
            </a:lvl7pPr>
            <a:lvl8pPr>
              <a:defRPr sz="3450" b="1">
                <a:solidFill>
                  <a:srgbClr val="E8F0ED"/>
                </a:solidFill>
                <a:latin typeface="Arial"/>
                <a:ea typeface="Arial"/>
                <a:cs typeface="Arial"/>
              </a:defRPr>
            </a:lvl8pPr>
            <a:lvl9pPr>
              <a:defRPr sz="3450" b="1">
                <a:solidFill>
                  <a:srgbClr val="E8F0ED"/>
                </a:solidFill>
                <a:latin typeface="Arial"/>
                <a:ea typeface="Arial"/>
                <a:cs typeface="Arial"/>
              </a:defRPr>
            </a:lvl9pPr>
          </a:lstStyle>
          <a:p xmlns:a="http://schemas.openxmlformats.org/drawingml/2006/main">
            <a:pPr>
              <a:defRPr sz="3450" b="1">
                <a:solidFill>
                  <a:srgbClr val="E8F0ED"/>
                </a:solidFill>
                <a:latin typeface="Arial"/>
                <a:ea typeface="Arial"/>
                <a:cs typeface="Arial"/>
              </a:defRPr>
            </a:pPr>
            <a:r>
              <a:rPr sz="3450" b="1">
                <a:solidFill>
                  <a:srgbClr val="E8F0ED"/>
                </a:solidFill>
                <a:latin typeface="Arial"/>
                <a:ea typeface="Arial"/>
                <a:cs typeface="Arial"/>
              </a:rPr>
              <a:t>Altitude and the final launch moment</a:t>
            </a:r>
          </a:p>
        </p:txBody>
      </p:sp>
      <p:sp>
        <p:nvSpPr>
          <p:cNvPr id="2" name="">
            <a:extLst xmlns:a="http://schemas.openxmlformats.org/drawingml/2006/main">
              <a:ext uri="{FF2B5EF4-FFF2-40B4-BE49-F238E27FC236}">
                <a16:creationId xmlns:a16="http://schemas.microsoft.com/office/drawing/2014/main" id="{6EC18D76-9F19-4502-90F2-D7FE90F89654}"/>
              </a:ext>
            </a:extLst>
          </p:cNvPr>
          <p:cNvSpPr>
            <a:spLocks xmlns:a="http://schemas.openxmlformats.org/drawingml/2006/main" noGrp="1"/>
          </p:cNvSpPr>
          <p:nvPr/>
        </p:nvSpPr>
        <p:spPr>
          <a:xfrm xmlns:a="http://schemas.openxmlformats.org/drawingml/2006/main">
            <a:off x="1114425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4B8BE"/>
                </a:solidFill>
                <a:latin typeface="Arial"/>
                <a:ea typeface="Arial"/>
                <a:cs typeface="Arial"/>
              </a:defRPr>
            </a:defPPr>
            <a:lvl1pPr>
              <a:defRPr sz="1350" b="0">
                <a:solidFill>
                  <a:srgbClr val="A4B8BE"/>
                </a:solidFill>
                <a:latin typeface="Arial"/>
                <a:ea typeface="Arial"/>
                <a:cs typeface="Arial"/>
              </a:defRPr>
            </a:lvl1pPr>
            <a:lvl2pPr>
              <a:defRPr sz="1350" b="0">
                <a:solidFill>
                  <a:srgbClr val="A4B8BE"/>
                </a:solidFill>
                <a:latin typeface="Arial"/>
                <a:ea typeface="Arial"/>
                <a:cs typeface="Arial"/>
              </a:defRPr>
            </a:lvl2pPr>
            <a:lvl3pPr>
              <a:defRPr sz="1350" b="0">
                <a:solidFill>
                  <a:srgbClr val="A4B8BE"/>
                </a:solidFill>
                <a:latin typeface="Arial"/>
                <a:ea typeface="Arial"/>
                <a:cs typeface="Arial"/>
              </a:defRPr>
            </a:lvl3pPr>
            <a:lvl4pPr>
              <a:defRPr sz="1350" b="0">
                <a:solidFill>
                  <a:srgbClr val="A4B8BE"/>
                </a:solidFill>
                <a:latin typeface="Arial"/>
                <a:ea typeface="Arial"/>
                <a:cs typeface="Arial"/>
              </a:defRPr>
            </a:lvl4pPr>
            <a:lvl5pPr>
              <a:defRPr sz="1350" b="0">
                <a:solidFill>
                  <a:srgbClr val="A4B8BE"/>
                </a:solidFill>
                <a:latin typeface="Arial"/>
                <a:ea typeface="Arial"/>
                <a:cs typeface="Arial"/>
              </a:defRPr>
            </a:lvl5pPr>
            <a:lvl6pPr>
              <a:defRPr sz="1350" b="0">
                <a:solidFill>
                  <a:srgbClr val="A4B8BE"/>
                </a:solidFill>
                <a:latin typeface="Arial"/>
                <a:ea typeface="Arial"/>
                <a:cs typeface="Arial"/>
              </a:defRPr>
            </a:lvl6pPr>
            <a:lvl7pPr>
              <a:defRPr sz="1350" b="0">
                <a:solidFill>
                  <a:srgbClr val="A4B8BE"/>
                </a:solidFill>
                <a:latin typeface="Arial"/>
                <a:ea typeface="Arial"/>
                <a:cs typeface="Arial"/>
              </a:defRPr>
            </a:lvl7pPr>
            <a:lvl8pPr>
              <a:defRPr sz="1350" b="0">
                <a:solidFill>
                  <a:srgbClr val="A4B8BE"/>
                </a:solidFill>
                <a:latin typeface="Arial"/>
                <a:ea typeface="Arial"/>
                <a:cs typeface="Arial"/>
              </a:defRPr>
            </a:lvl8pPr>
            <a:lvl9pPr>
              <a:defRPr sz="1350" b="0">
                <a:solidFill>
                  <a:srgbClr val="A4B8BE"/>
                </a:solidFill>
                <a:latin typeface="Arial"/>
                <a:ea typeface="Arial"/>
                <a:cs typeface="Arial"/>
              </a:defRPr>
            </a:lvl9pPr>
          </a:lstStyle>
          <a:p xmlns:a="http://schemas.openxmlformats.org/drawingml/2006/main">
            <a:pPr>
              <a:defRPr sz="1350" b="0">
                <a:solidFill>
                  <a:srgbClr val="A4B8BE"/>
                </a:solidFill>
                <a:latin typeface="Arial"/>
                <a:ea typeface="Arial"/>
                <a:cs typeface="Arial"/>
              </a:defRPr>
            </a:pPr>
            <a:r>
              <a:rPr sz="1350" b="0">
                <a:solidFill>
                  <a:srgbClr val="A4B8BE"/>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FB11728F-D638-478A-92C7-783D73D43F34}"/>
              </a:ext>
            </a:extLst>
          </p:cNvPr>
          <p:cNvPicPr>
            <a:picLocks xmlns:a="http://schemas.openxmlformats.org/drawingml/2006/main" noChangeAspect="1"/>
          </p:cNvPicPr>
          <p:nvPr/>
        </p:nvPicPr>
        <p:blipFill>
          <a:blip xmlns:r="http://schemas.openxmlformats.org/officeDocument/2006/relationships" xmlns:a="http://schemas.openxmlformats.org/drawingml/2006/main" r:embed="R2bb58eaf2a4d4086"/>
          <a:stretch xmlns:a="http://schemas.openxmlformats.org/drawingml/2006/main"/>
        </p:blipFill>
        <p:spPr>
          <a:xfrm xmlns:a="http://schemas.openxmlformats.org/drawingml/2006/main">
            <a:off x="609600" y="1619250"/>
            <a:ext cx="685800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360FD90-A8B6-462B-A9EA-9F37EB53D9EB}"/>
              </a:ext>
            </a:extLst>
          </p:cNvPr>
          <p:cNvSpPr>
            <a:spLocks xmlns:a="http://schemas.openxmlformats.org/drawingml/2006/main" noGrp="1"/>
          </p:cNvSpPr>
          <p:nvPr/>
        </p:nvSpPr>
        <p:spPr>
          <a:xfrm xmlns:a="http://schemas.openxmlformats.org/drawingml/2006/main">
            <a:off x="7953375" y="171450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67D1BE"/>
                </a:solidFill>
                <a:latin typeface="Arial"/>
                <a:ea typeface="Arial"/>
                <a:cs typeface="Arial"/>
              </a:defRPr>
            </a:defPPr>
            <a:lvl1pPr>
              <a:defRPr sz="2400" b="1">
                <a:solidFill>
                  <a:srgbClr val="67D1BE"/>
                </a:solidFill>
                <a:latin typeface="Arial"/>
                <a:ea typeface="Arial"/>
                <a:cs typeface="Arial"/>
              </a:defRPr>
            </a:lvl1pPr>
            <a:lvl2pPr>
              <a:defRPr sz="2400" b="1">
                <a:solidFill>
                  <a:srgbClr val="67D1BE"/>
                </a:solidFill>
                <a:latin typeface="Arial"/>
                <a:ea typeface="Arial"/>
                <a:cs typeface="Arial"/>
              </a:defRPr>
            </a:lvl2pPr>
            <a:lvl3pPr>
              <a:defRPr sz="2400" b="1">
                <a:solidFill>
                  <a:srgbClr val="67D1BE"/>
                </a:solidFill>
                <a:latin typeface="Arial"/>
                <a:ea typeface="Arial"/>
                <a:cs typeface="Arial"/>
              </a:defRPr>
            </a:lvl3pPr>
            <a:lvl4pPr>
              <a:defRPr sz="2400" b="1">
                <a:solidFill>
                  <a:srgbClr val="67D1BE"/>
                </a:solidFill>
                <a:latin typeface="Arial"/>
                <a:ea typeface="Arial"/>
                <a:cs typeface="Arial"/>
              </a:defRPr>
            </a:lvl4pPr>
            <a:lvl5pPr>
              <a:defRPr sz="2400" b="1">
                <a:solidFill>
                  <a:srgbClr val="67D1BE"/>
                </a:solidFill>
                <a:latin typeface="Arial"/>
                <a:ea typeface="Arial"/>
                <a:cs typeface="Arial"/>
              </a:defRPr>
            </a:lvl5pPr>
            <a:lvl6pPr>
              <a:defRPr sz="2400" b="1">
                <a:solidFill>
                  <a:srgbClr val="67D1BE"/>
                </a:solidFill>
                <a:latin typeface="Arial"/>
                <a:ea typeface="Arial"/>
                <a:cs typeface="Arial"/>
              </a:defRPr>
            </a:lvl6pPr>
            <a:lvl7pPr>
              <a:defRPr sz="2400" b="1">
                <a:solidFill>
                  <a:srgbClr val="67D1BE"/>
                </a:solidFill>
                <a:latin typeface="Arial"/>
                <a:ea typeface="Arial"/>
                <a:cs typeface="Arial"/>
              </a:defRPr>
            </a:lvl7pPr>
            <a:lvl8pPr>
              <a:defRPr sz="2400" b="1">
                <a:solidFill>
                  <a:srgbClr val="67D1BE"/>
                </a:solidFill>
                <a:latin typeface="Arial"/>
                <a:ea typeface="Arial"/>
                <a:cs typeface="Arial"/>
              </a:defRPr>
            </a:lvl8pPr>
            <a:lvl9pPr>
              <a:defRPr sz="2400" b="1">
                <a:solidFill>
                  <a:srgbClr val="67D1BE"/>
                </a:solidFill>
                <a:latin typeface="Arial"/>
                <a:ea typeface="Arial"/>
                <a:cs typeface="Arial"/>
              </a:defRPr>
            </a:lvl9pPr>
          </a:lstStyle>
          <a:p xmlns:a="http://schemas.openxmlformats.org/drawingml/2006/main">
            <a:pPr>
              <a:defRPr sz="2400" b="1">
                <a:solidFill>
                  <a:srgbClr val="67D1BE"/>
                </a:solidFill>
                <a:latin typeface="Arial"/>
                <a:ea typeface="Arial"/>
                <a:cs typeface="Arial"/>
              </a:defRPr>
            </a:pPr>
            <a:r>
              <a:rPr sz="2400" b="1">
                <a:solidFill>
                  <a:srgbClr val="67D1BE"/>
                </a:solidFill>
                <a:latin typeface="Arial"/>
                <a:ea typeface="Arial"/>
                <a:cs typeface="Arial"/>
              </a:rPr>
              <a:t>Three stretch features</a:t>
            </a:r>
          </a:p>
        </p:txBody>
      </p:sp>
      <p:sp>
        <p:nvSpPr>
          <p:cNvPr id="5" name="">
            <a:extLst xmlns:a="http://schemas.openxmlformats.org/drawingml/2006/main">
              <a:ext uri="{FF2B5EF4-FFF2-40B4-BE49-F238E27FC236}">
                <a16:creationId xmlns:a16="http://schemas.microsoft.com/office/drawing/2014/main" id="{68E1CE07-E1C0-4318-AC47-4CC29F484592}"/>
              </a:ext>
            </a:extLst>
          </p:cNvPr>
          <p:cNvSpPr>
            <a:spLocks xmlns:a="http://schemas.openxmlformats.org/drawingml/2006/main" noGrp="1"/>
          </p:cNvSpPr>
          <p:nvPr/>
        </p:nvSpPr>
        <p:spPr>
          <a:xfrm xmlns:a="http://schemas.openxmlformats.org/drawingml/2006/main">
            <a:off x="7953375" y="2714625"/>
            <a:ext cx="3476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8F0ED"/>
                </a:solidFill>
                <a:latin typeface="Arial"/>
                <a:ea typeface="Arial"/>
                <a:cs typeface="Arial"/>
              </a:defRPr>
            </a:defPPr>
            <a:lvl1pPr>
              <a:defRPr sz="2250" b="0">
                <a:solidFill>
                  <a:srgbClr val="E8F0ED"/>
                </a:solidFill>
                <a:latin typeface="Arial"/>
                <a:ea typeface="Arial"/>
                <a:cs typeface="Arial"/>
              </a:defRPr>
            </a:lvl1pPr>
            <a:lvl2pPr>
              <a:defRPr sz="2250" b="0">
                <a:solidFill>
                  <a:srgbClr val="E8F0ED"/>
                </a:solidFill>
                <a:latin typeface="Arial"/>
                <a:ea typeface="Arial"/>
                <a:cs typeface="Arial"/>
              </a:defRPr>
            </a:lvl2pPr>
            <a:lvl3pPr>
              <a:defRPr sz="2250" b="0">
                <a:solidFill>
                  <a:srgbClr val="E8F0ED"/>
                </a:solidFill>
                <a:latin typeface="Arial"/>
                <a:ea typeface="Arial"/>
                <a:cs typeface="Arial"/>
              </a:defRPr>
            </a:lvl3pPr>
            <a:lvl4pPr>
              <a:defRPr sz="2250" b="0">
                <a:solidFill>
                  <a:srgbClr val="E8F0ED"/>
                </a:solidFill>
                <a:latin typeface="Arial"/>
                <a:ea typeface="Arial"/>
                <a:cs typeface="Arial"/>
              </a:defRPr>
            </a:lvl4pPr>
            <a:lvl5pPr>
              <a:defRPr sz="2250" b="0">
                <a:solidFill>
                  <a:srgbClr val="E8F0ED"/>
                </a:solidFill>
                <a:latin typeface="Arial"/>
                <a:ea typeface="Arial"/>
                <a:cs typeface="Arial"/>
              </a:defRPr>
            </a:lvl5pPr>
            <a:lvl6pPr>
              <a:defRPr sz="2250" b="0">
                <a:solidFill>
                  <a:srgbClr val="E8F0ED"/>
                </a:solidFill>
                <a:latin typeface="Arial"/>
                <a:ea typeface="Arial"/>
                <a:cs typeface="Arial"/>
              </a:defRPr>
            </a:lvl6pPr>
            <a:lvl7pPr>
              <a:defRPr sz="2250" b="0">
                <a:solidFill>
                  <a:srgbClr val="E8F0ED"/>
                </a:solidFill>
                <a:latin typeface="Arial"/>
                <a:ea typeface="Arial"/>
                <a:cs typeface="Arial"/>
              </a:defRPr>
            </a:lvl7pPr>
            <a:lvl8pPr>
              <a:defRPr sz="2250" b="0">
                <a:solidFill>
                  <a:srgbClr val="E8F0ED"/>
                </a:solidFill>
                <a:latin typeface="Arial"/>
                <a:ea typeface="Arial"/>
                <a:cs typeface="Arial"/>
              </a:defRPr>
            </a:lvl8pPr>
            <a:lvl9pPr>
              <a:defRPr sz="2250" b="0">
                <a:solidFill>
                  <a:srgbClr val="E8F0ED"/>
                </a:solidFill>
                <a:latin typeface="Arial"/>
                <a:ea typeface="Arial"/>
                <a:cs typeface="Arial"/>
              </a:defRPr>
            </a:lvl9pPr>
          </a:lstStyle>
          <a:p xmlns:a="http://schemas.openxmlformats.org/drawingml/2006/main">
            <a:pPr>
              <a:defRPr sz="2250" b="0">
                <a:solidFill>
                  <a:srgbClr val="E8F0ED"/>
                </a:solidFill>
                <a:latin typeface="Arial"/>
                <a:ea typeface="Arial"/>
                <a:cs typeface="Arial"/>
              </a:defRPr>
            </a:pPr>
            <a:r>
              <a:rPr sz="2250" b="0">
                <a:solidFill>
                  <a:srgbClr val="E8F0ED"/>
                </a:solidFill>
                <a:latin typeface="Arial"/>
                <a:ea typeface="Arial"/>
                <a:cs typeface="Arial"/>
              </a:rPr>
              <a:t>Booster detachment</a:t>
            </a:r>
          </a:p>
          <a:p xmlns:a="http://schemas.openxmlformats.org/drawingml/2006/main">
            <a:pPr>
              <a:defRPr sz="2250" b="0">
                <a:solidFill>
                  <a:srgbClr val="E8F0ED"/>
                </a:solidFill>
                <a:latin typeface="Arial"/>
                <a:ea typeface="Arial"/>
                <a:cs typeface="Arial"/>
              </a:defRPr>
            </a:pPr>
            <a:r>
              <a:rPr sz="2250" b="0">
                <a:solidFill>
                  <a:srgbClr val="E8F0ED"/>
                </a:solidFill>
                <a:latin typeface="Arial"/>
                <a:ea typeface="Arial"/>
                <a:cs typeface="Arial"/>
              </a:rPr>
              <a:t>Ignition camera shake</a:t>
            </a:r>
          </a:p>
          <a:p xmlns:a="http://schemas.openxmlformats.org/drawingml/2006/main">
            <a:pPr>
              <a:defRPr sz="2250" b="0">
                <a:solidFill>
                  <a:srgbClr val="E8F0ED"/>
                </a:solidFill>
                <a:latin typeface="Arial"/>
                <a:ea typeface="Arial"/>
                <a:cs typeface="Arial"/>
              </a:defRPr>
            </a:pPr>
            <a:r>
              <a:rPr sz="2250" b="0">
                <a:solidFill>
                  <a:srgbClr val="E8F0ED"/>
                </a:solidFill>
                <a:latin typeface="Arial"/>
                <a:ea typeface="Arial"/>
                <a:cs typeface="Arial"/>
              </a:rPr>
              <a:t>Stars at altitude</a:t>
            </a:r>
          </a:p>
        </p:txBody>
      </p:sp>
      <p:sp>
        <p:nvSpPr>
          <p:cNvPr id="6" name="">
            <a:extLst xmlns:a="http://schemas.openxmlformats.org/drawingml/2006/main">
              <a:ext uri="{FF2B5EF4-FFF2-40B4-BE49-F238E27FC236}">
                <a16:creationId xmlns:a16="http://schemas.microsoft.com/office/drawing/2014/main" id="{0CCCD929-976D-4CA8-8380-008987364383}"/>
              </a:ext>
            </a:extLst>
          </p:cNvPr>
          <p:cNvSpPr>
            <a:spLocks xmlns:a="http://schemas.openxmlformats.org/drawingml/2006/main" noGrp="1"/>
          </p:cNvSpPr>
          <p:nvPr/>
        </p:nvSpPr>
        <p:spPr>
          <a:xfrm xmlns:a="http://schemas.openxmlformats.org/drawingml/2006/main">
            <a:off x="60960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7A063"/>
                </a:solidFill>
                <a:latin typeface="Arial"/>
                <a:ea typeface="Arial"/>
                <a:cs typeface="Arial"/>
              </a:defRPr>
            </a:defPPr>
            <a:lvl1pPr>
              <a:defRPr sz="2100" b="0">
                <a:solidFill>
                  <a:srgbClr val="E7A063"/>
                </a:solidFill>
                <a:latin typeface="Arial"/>
                <a:ea typeface="Arial"/>
                <a:cs typeface="Arial"/>
              </a:defRPr>
            </a:lvl1pPr>
            <a:lvl2pPr>
              <a:defRPr sz="2100" b="0">
                <a:solidFill>
                  <a:srgbClr val="E7A063"/>
                </a:solidFill>
                <a:latin typeface="Arial"/>
                <a:ea typeface="Arial"/>
                <a:cs typeface="Arial"/>
              </a:defRPr>
            </a:lvl2pPr>
            <a:lvl3pPr>
              <a:defRPr sz="2100" b="0">
                <a:solidFill>
                  <a:srgbClr val="E7A063"/>
                </a:solidFill>
                <a:latin typeface="Arial"/>
                <a:ea typeface="Arial"/>
                <a:cs typeface="Arial"/>
              </a:defRPr>
            </a:lvl3pPr>
            <a:lvl4pPr>
              <a:defRPr sz="2100" b="0">
                <a:solidFill>
                  <a:srgbClr val="E7A063"/>
                </a:solidFill>
                <a:latin typeface="Arial"/>
                <a:ea typeface="Arial"/>
                <a:cs typeface="Arial"/>
              </a:defRPr>
            </a:lvl4pPr>
            <a:lvl5pPr>
              <a:defRPr sz="2100" b="0">
                <a:solidFill>
                  <a:srgbClr val="E7A063"/>
                </a:solidFill>
                <a:latin typeface="Arial"/>
                <a:ea typeface="Arial"/>
                <a:cs typeface="Arial"/>
              </a:defRPr>
            </a:lvl5pPr>
            <a:lvl6pPr>
              <a:defRPr sz="2100" b="0">
                <a:solidFill>
                  <a:srgbClr val="E7A063"/>
                </a:solidFill>
                <a:latin typeface="Arial"/>
                <a:ea typeface="Arial"/>
                <a:cs typeface="Arial"/>
              </a:defRPr>
            </a:lvl6pPr>
            <a:lvl7pPr>
              <a:defRPr sz="2100" b="0">
                <a:solidFill>
                  <a:srgbClr val="E7A063"/>
                </a:solidFill>
                <a:latin typeface="Arial"/>
                <a:ea typeface="Arial"/>
                <a:cs typeface="Arial"/>
              </a:defRPr>
            </a:lvl7pPr>
            <a:lvl8pPr>
              <a:defRPr sz="2100" b="0">
                <a:solidFill>
                  <a:srgbClr val="E7A063"/>
                </a:solidFill>
                <a:latin typeface="Arial"/>
                <a:ea typeface="Arial"/>
                <a:cs typeface="Arial"/>
              </a:defRPr>
            </a:lvl8pPr>
            <a:lvl9pPr>
              <a:defRPr sz="2100" b="0">
                <a:solidFill>
                  <a:srgbClr val="E7A063"/>
                </a:solidFill>
                <a:latin typeface="Arial"/>
                <a:ea typeface="Arial"/>
                <a:cs typeface="Arial"/>
              </a:defRPr>
            </a:lvl9pPr>
          </a:lstStyle>
          <a:p xmlns:a="http://schemas.openxmlformats.org/drawingml/2006/main">
            <a:pPr>
              <a:defRPr sz="2100" b="0">
                <a:solidFill>
                  <a:srgbClr val="E7A063"/>
                </a:solidFill>
                <a:latin typeface="Arial"/>
                <a:ea typeface="Arial"/>
                <a:cs typeface="Arial"/>
              </a:defRPr>
            </a:pPr>
            <a:r>
              <a:rPr sz="2100" b="0">
                <a:solidFill>
                  <a:srgbClr val="E7A063"/>
                </a:solidFill>
                <a:latin typeface="Arial"/>
                <a:ea typeface="Arial"/>
                <a:cs typeface="Arial"/>
              </a:rPr>
              <a:t>Sky blend = clamp(h / 450, 0, 1)</a:t>
            </a:r>
          </a:p>
        </p:txBody>
      </p:sp>
    </p:spTree>
    <p:extLst>
      <p:ext uri="{BB962C8B-B14F-4D97-AF65-F5344CB8AC3E}">
        <p14:creationId xmlns:p14="http://schemas.microsoft.com/office/powerpoint/2010/main" val="1136594022"/>
      </p:ext>
    </p:extLst>
  </p:cSld>
</p:sld>
</file>

<file path=ppt/slides/slide8.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BB5621-418E-40AF-882B-5B2BE4D985B3}"/>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8F0ED"/>
                </a:solidFill>
                <a:latin typeface="Arial"/>
                <a:ea typeface="Arial"/>
                <a:cs typeface="Arial"/>
              </a:defRPr>
            </a:defPPr>
            <a:lvl1pPr>
              <a:defRPr sz="3450" b="1">
                <a:solidFill>
                  <a:srgbClr val="E8F0ED"/>
                </a:solidFill>
                <a:latin typeface="Arial"/>
                <a:ea typeface="Arial"/>
                <a:cs typeface="Arial"/>
              </a:defRPr>
            </a:lvl1pPr>
            <a:lvl2pPr>
              <a:defRPr sz="3450" b="1">
                <a:solidFill>
                  <a:srgbClr val="E8F0ED"/>
                </a:solidFill>
                <a:latin typeface="Arial"/>
                <a:ea typeface="Arial"/>
                <a:cs typeface="Arial"/>
              </a:defRPr>
            </a:lvl2pPr>
            <a:lvl3pPr>
              <a:defRPr sz="3450" b="1">
                <a:solidFill>
                  <a:srgbClr val="E8F0ED"/>
                </a:solidFill>
                <a:latin typeface="Arial"/>
                <a:ea typeface="Arial"/>
                <a:cs typeface="Arial"/>
              </a:defRPr>
            </a:lvl3pPr>
            <a:lvl4pPr>
              <a:defRPr sz="3450" b="1">
                <a:solidFill>
                  <a:srgbClr val="E8F0ED"/>
                </a:solidFill>
                <a:latin typeface="Arial"/>
                <a:ea typeface="Arial"/>
                <a:cs typeface="Arial"/>
              </a:defRPr>
            </a:lvl4pPr>
            <a:lvl5pPr>
              <a:defRPr sz="3450" b="1">
                <a:solidFill>
                  <a:srgbClr val="E8F0ED"/>
                </a:solidFill>
                <a:latin typeface="Arial"/>
                <a:ea typeface="Arial"/>
                <a:cs typeface="Arial"/>
              </a:defRPr>
            </a:lvl5pPr>
            <a:lvl6pPr>
              <a:defRPr sz="3450" b="1">
                <a:solidFill>
                  <a:srgbClr val="E8F0ED"/>
                </a:solidFill>
                <a:latin typeface="Arial"/>
                <a:ea typeface="Arial"/>
                <a:cs typeface="Arial"/>
              </a:defRPr>
            </a:lvl6pPr>
            <a:lvl7pPr>
              <a:defRPr sz="3450" b="1">
                <a:solidFill>
                  <a:srgbClr val="E8F0ED"/>
                </a:solidFill>
                <a:latin typeface="Arial"/>
                <a:ea typeface="Arial"/>
                <a:cs typeface="Arial"/>
              </a:defRPr>
            </a:lvl7pPr>
            <a:lvl8pPr>
              <a:defRPr sz="3450" b="1">
                <a:solidFill>
                  <a:srgbClr val="E8F0ED"/>
                </a:solidFill>
                <a:latin typeface="Arial"/>
                <a:ea typeface="Arial"/>
                <a:cs typeface="Arial"/>
              </a:defRPr>
            </a:lvl8pPr>
            <a:lvl9pPr>
              <a:defRPr sz="3450" b="1">
                <a:solidFill>
                  <a:srgbClr val="E8F0ED"/>
                </a:solidFill>
                <a:latin typeface="Arial"/>
                <a:ea typeface="Arial"/>
                <a:cs typeface="Arial"/>
              </a:defRPr>
            </a:lvl9pPr>
          </a:lstStyle>
          <a:p xmlns:a="http://schemas.openxmlformats.org/drawingml/2006/main">
            <a:pPr>
              <a:defRPr sz="3450" b="1">
                <a:solidFill>
                  <a:srgbClr val="E8F0ED"/>
                </a:solidFill>
                <a:latin typeface="Arial"/>
                <a:ea typeface="Arial"/>
                <a:cs typeface="Arial"/>
              </a:defRPr>
            </a:pPr>
            <a:r>
              <a:rPr sz="3450" b="1">
                <a:solidFill>
                  <a:srgbClr val="E8F0ED"/>
                </a:solidFill>
                <a:latin typeface="Arial"/>
                <a:ea typeface="Arial"/>
                <a:cs typeface="Arial"/>
              </a:rPr>
              <a:t>Interaction and replay</a:t>
            </a:r>
          </a:p>
        </p:txBody>
      </p:sp>
      <p:sp>
        <p:nvSpPr>
          <p:cNvPr id="2" name="">
            <a:extLst xmlns:a="http://schemas.openxmlformats.org/drawingml/2006/main">
              <a:ext uri="{FF2B5EF4-FFF2-40B4-BE49-F238E27FC236}">
                <a16:creationId xmlns:a16="http://schemas.microsoft.com/office/drawing/2014/main" id="{2F1CC503-60FC-4483-9578-941F4CA606FA}"/>
              </a:ext>
            </a:extLst>
          </p:cNvPr>
          <p:cNvSpPr>
            <a:spLocks xmlns:a="http://schemas.openxmlformats.org/drawingml/2006/main" noGrp="1"/>
          </p:cNvSpPr>
          <p:nvPr/>
        </p:nvSpPr>
        <p:spPr>
          <a:xfrm xmlns:a="http://schemas.openxmlformats.org/drawingml/2006/main">
            <a:off x="1114425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4B8BE"/>
                </a:solidFill>
                <a:latin typeface="Arial"/>
                <a:ea typeface="Arial"/>
                <a:cs typeface="Arial"/>
              </a:defRPr>
            </a:defPPr>
            <a:lvl1pPr>
              <a:defRPr sz="1350" b="0">
                <a:solidFill>
                  <a:srgbClr val="A4B8BE"/>
                </a:solidFill>
                <a:latin typeface="Arial"/>
                <a:ea typeface="Arial"/>
                <a:cs typeface="Arial"/>
              </a:defRPr>
            </a:lvl1pPr>
            <a:lvl2pPr>
              <a:defRPr sz="1350" b="0">
                <a:solidFill>
                  <a:srgbClr val="A4B8BE"/>
                </a:solidFill>
                <a:latin typeface="Arial"/>
                <a:ea typeface="Arial"/>
                <a:cs typeface="Arial"/>
              </a:defRPr>
            </a:lvl2pPr>
            <a:lvl3pPr>
              <a:defRPr sz="1350" b="0">
                <a:solidFill>
                  <a:srgbClr val="A4B8BE"/>
                </a:solidFill>
                <a:latin typeface="Arial"/>
                <a:ea typeface="Arial"/>
                <a:cs typeface="Arial"/>
              </a:defRPr>
            </a:lvl3pPr>
            <a:lvl4pPr>
              <a:defRPr sz="1350" b="0">
                <a:solidFill>
                  <a:srgbClr val="A4B8BE"/>
                </a:solidFill>
                <a:latin typeface="Arial"/>
                <a:ea typeface="Arial"/>
                <a:cs typeface="Arial"/>
              </a:defRPr>
            </a:lvl4pPr>
            <a:lvl5pPr>
              <a:defRPr sz="1350" b="0">
                <a:solidFill>
                  <a:srgbClr val="A4B8BE"/>
                </a:solidFill>
                <a:latin typeface="Arial"/>
                <a:ea typeface="Arial"/>
                <a:cs typeface="Arial"/>
              </a:defRPr>
            </a:lvl5pPr>
            <a:lvl6pPr>
              <a:defRPr sz="1350" b="0">
                <a:solidFill>
                  <a:srgbClr val="A4B8BE"/>
                </a:solidFill>
                <a:latin typeface="Arial"/>
                <a:ea typeface="Arial"/>
                <a:cs typeface="Arial"/>
              </a:defRPr>
            </a:lvl6pPr>
            <a:lvl7pPr>
              <a:defRPr sz="1350" b="0">
                <a:solidFill>
                  <a:srgbClr val="A4B8BE"/>
                </a:solidFill>
                <a:latin typeface="Arial"/>
                <a:ea typeface="Arial"/>
                <a:cs typeface="Arial"/>
              </a:defRPr>
            </a:lvl7pPr>
            <a:lvl8pPr>
              <a:defRPr sz="1350" b="0">
                <a:solidFill>
                  <a:srgbClr val="A4B8BE"/>
                </a:solidFill>
                <a:latin typeface="Arial"/>
                <a:ea typeface="Arial"/>
                <a:cs typeface="Arial"/>
              </a:defRPr>
            </a:lvl8pPr>
            <a:lvl9pPr>
              <a:defRPr sz="1350" b="0">
                <a:solidFill>
                  <a:srgbClr val="A4B8BE"/>
                </a:solidFill>
                <a:latin typeface="Arial"/>
                <a:ea typeface="Arial"/>
                <a:cs typeface="Arial"/>
              </a:defRPr>
            </a:lvl9pPr>
          </a:lstStyle>
          <a:p xmlns:a="http://schemas.openxmlformats.org/drawingml/2006/main">
            <a:pPr>
              <a:defRPr sz="1350" b="0">
                <a:solidFill>
                  <a:srgbClr val="A4B8BE"/>
                </a:solidFill>
                <a:latin typeface="Arial"/>
                <a:ea typeface="Arial"/>
                <a:cs typeface="Arial"/>
              </a:defRPr>
            </a:pPr>
            <a:r>
              <a:rPr sz="1350" b="0">
                <a:solidFill>
                  <a:srgbClr val="A4B8BE"/>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2D5939CB-6185-4BC9-B560-CCC9D6E4FCFE}"/>
              </a:ext>
            </a:extLst>
          </p:cNvPr>
          <p:cNvGraphicFramePr/>
          <p:nvPr/>
        </p:nvGraphicFramePr>
        <p:xfrm>
          <a:off xmlns:a="http://schemas.openxmlformats.org/drawingml/2006/main" x="609600" y="1666875"/>
          <a:ext xmlns:a="http://schemas.openxmlformats.org/drawingml/2006/main" cx="6858000" cy="3810000"/>
        </p:xfrm>
        <a:graphic xmlns:a="http://schemas.openxmlformats.org/drawingml/2006/main">
          <a:graphicData uri="http://schemas.openxmlformats.org/drawingml/2006/table">
            <a:tbl>
              <a:tblPr/>
              <a:tblGrid>
                <a:gridCol w="3429000"/>
                <a:gridCol w="3429000"/>
              </a:tblGrid>
              <a:tr h="635000">
                <a:tc>
                  <a:txBody>
                    <a:bodyPr/>
                    <a:lstStyle/>
                    <a:p>
                      <a:r>
                        <a:rPr sz="2025" b="1">
                          <a:solidFill>
                            <a:srgbClr val="E8F0ED"/>
                          </a:solidFill>
                          <a:latin typeface="Arial"/>
                          <a:ea typeface="Arial"/>
                          <a:cs typeface="Arial"/>
                        </a:rPr>
                        <a:t>Action</a:t>
                      </a:r>
                    </a:p>
                  </a:txBody>
                  <a:tcPr marL="91440" marR="91440" marT="45720" marB="45720">
                    <a:lnL w="9525">
                      <a:solidFill>
                        <a:srgbClr val="33515C"/>
                      </a:solidFill>
                      <a:prstDash val="solid"/>
                    </a:lnL>
                    <a:lnR w="9525">
                      <a:solidFill>
                        <a:srgbClr val="33515C"/>
                      </a:solidFill>
                      <a:prstDash val="solid"/>
                    </a:lnR>
                    <a:lnT w="9525">
                      <a:solidFill>
                        <a:srgbClr val="33515C"/>
                      </a:solidFill>
                      <a:prstDash val="solid"/>
                    </a:lnT>
                    <a:lnB w="9525">
                      <a:solidFill>
                        <a:srgbClr val="33515C"/>
                      </a:solidFill>
                      <a:prstDash val="solid"/>
                    </a:lnB>
                    <a:solidFill>
                      <a:srgbClr val="173C48"/>
                    </a:solidFill>
                  </a:tcPr>
                </a:tc>
                <a:tc>
                  <a:txBody>
                    <a:bodyPr/>
                    <a:lstStyle/>
                    <a:p>
                      <a:r>
                        <a:rPr sz="2025" b="1">
                          <a:solidFill>
                            <a:srgbClr val="E8F0ED"/>
                          </a:solidFill>
                          <a:latin typeface="Arial"/>
                          <a:ea typeface="Arial"/>
                          <a:cs typeface="Arial"/>
                        </a:rPr>
                        <a:t>Control</a:t>
                      </a:r>
                    </a:p>
                  </a:txBody>
                  <a:tcPr marL="91440" marR="91440" marT="45720" marB="45720">
                    <a:lnR w="9525">
                      <a:solidFill>
                        <a:srgbClr val="33515C"/>
                      </a:solidFill>
                      <a:prstDash val="solid"/>
                    </a:lnR>
                    <a:lnT w="9525">
                      <a:solidFill>
                        <a:srgbClr val="33515C"/>
                      </a:solidFill>
                      <a:prstDash val="solid"/>
                    </a:lnT>
                    <a:lnB w="9525">
                      <a:solidFill>
                        <a:srgbClr val="33515C"/>
                      </a:solidFill>
                      <a:prstDash val="solid"/>
                    </a:lnB>
                    <a:solidFill>
                      <a:srgbClr val="173C48"/>
                    </a:solidFill>
                  </a:tcPr>
                </a:tc>
              </a:tr>
              <a:tr h="635000">
                <a:tc>
                  <a:txBody>
                    <a:bodyPr/>
                    <a:lstStyle/>
                    <a:p>
                      <a:r>
                        <a:rPr sz="1875" b="0">
                          <a:solidFill>
                            <a:srgbClr val="E8F0ED"/>
                          </a:solidFill>
                          <a:latin typeface="Arial"/>
                          <a:ea typeface="Arial"/>
                          <a:cs typeface="Arial"/>
                        </a:rPr>
                        <a:t>Start launch / pause</a:t>
                      </a:r>
                    </a:p>
                  </a:txBody>
                  <a:tcPr marL="91440" marR="91440" marT="45720" marB="45720">
                    <a:lnL w="9525">
                      <a:solidFill>
                        <a:srgbClr val="33515C"/>
                      </a:solidFill>
                      <a:prstDash val="solid"/>
                    </a:lnL>
                    <a:lnR w="9525">
                      <a:solidFill>
                        <a:srgbClr val="33515C"/>
                      </a:solidFill>
                      <a:prstDash val="solid"/>
                    </a:lnR>
                    <a:lnB w="9525">
                      <a:solidFill>
                        <a:srgbClr val="33515C"/>
                      </a:solidFill>
                      <a:prstDash val="solid"/>
                    </a:lnB>
                    <a:solidFill>
                      <a:srgbClr val="0F222D"/>
                    </a:solidFill>
                  </a:tcPr>
                </a:tc>
                <a:tc>
                  <a:txBody>
                    <a:bodyPr/>
                    <a:lstStyle/>
                    <a:p>
                      <a:r>
                        <a:rPr sz="1875" b="0">
                          <a:solidFill>
                            <a:srgbClr val="E8F0ED"/>
                          </a:solidFill>
                          <a:latin typeface="Arial"/>
                          <a:ea typeface="Arial"/>
                          <a:cs typeface="Arial"/>
                        </a:rPr>
                        <a:t>Space / P</a:t>
                      </a:r>
                    </a:p>
                  </a:txBody>
                  <a:tcPr marL="91440" marR="91440" marT="45720" marB="45720">
                    <a:lnR w="9525">
                      <a:solidFill>
                        <a:srgbClr val="33515C"/>
                      </a:solidFill>
                      <a:prstDash val="solid"/>
                    </a:lnR>
                    <a:lnB w="9525">
                      <a:solidFill>
                        <a:srgbClr val="33515C"/>
                      </a:solidFill>
                      <a:prstDash val="solid"/>
                    </a:lnB>
                    <a:solidFill>
                      <a:srgbClr val="0F222D"/>
                    </a:solidFill>
                  </a:tcPr>
                </a:tc>
              </a:tr>
              <a:tr h="635000">
                <a:tc>
                  <a:txBody>
                    <a:bodyPr/>
                    <a:lstStyle/>
                    <a:p>
                      <a:r>
                        <a:rPr sz="1875" b="0">
                          <a:solidFill>
                            <a:srgbClr val="E8F0ED"/>
                          </a:solidFill>
                          <a:latin typeface="Arial"/>
                          <a:ea typeface="Arial"/>
                          <a:cs typeface="Arial"/>
                        </a:rPr>
                        <a:t>Orbit and zoom</a:t>
                      </a:r>
                    </a:p>
                  </a:txBody>
                  <a:tcPr marL="91440" marR="91440" marT="45720" marB="45720">
                    <a:lnL w="9525">
                      <a:solidFill>
                        <a:srgbClr val="33515C"/>
                      </a:solidFill>
                      <a:prstDash val="solid"/>
                    </a:lnL>
                    <a:lnR w="9525">
                      <a:solidFill>
                        <a:srgbClr val="33515C"/>
                      </a:solidFill>
                      <a:prstDash val="solid"/>
                    </a:lnR>
                    <a:lnB w="9525">
                      <a:solidFill>
                        <a:srgbClr val="33515C"/>
                      </a:solidFill>
                      <a:prstDash val="solid"/>
                    </a:lnB>
                    <a:solidFill>
                      <a:srgbClr val="0F222D"/>
                    </a:solidFill>
                  </a:tcPr>
                </a:tc>
                <a:tc>
                  <a:txBody>
                    <a:bodyPr/>
                    <a:lstStyle/>
                    <a:p>
                      <a:r>
                        <a:rPr sz="1875" b="0">
                          <a:solidFill>
                            <a:srgbClr val="E8F0ED"/>
                          </a:solidFill>
                          <a:latin typeface="Arial"/>
                          <a:ea typeface="Arial"/>
                          <a:cs typeface="Arial"/>
                        </a:rPr>
                        <a:t>Drag, WASD, wheel, Q/E</a:t>
                      </a:r>
                    </a:p>
                  </a:txBody>
                  <a:tcPr marL="91440" marR="91440" marT="45720" marB="45720">
                    <a:lnR w="9525">
                      <a:solidFill>
                        <a:srgbClr val="33515C"/>
                      </a:solidFill>
                      <a:prstDash val="solid"/>
                    </a:lnR>
                    <a:lnB w="9525">
                      <a:solidFill>
                        <a:srgbClr val="33515C"/>
                      </a:solidFill>
                      <a:prstDash val="solid"/>
                    </a:lnB>
                    <a:solidFill>
                      <a:srgbClr val="0F222D"/>
                    </a:solidFill>
                  </a:tcPr>
                </a:tc>
              </a:tr>
              <a:tr h="635000">
                <a:tc>
                  <a:txBody>
                    <a:bodyPr/>
                    <a:lstStyle/>
                    <a:p>
                      <a:r>
                        <a:rPr sz="1875" b="0">
                          <a:solidFill>
                            <a:srgbClr val="E8F0ED"/>
                          </a:solidFill>
                          <a:latin typeface="Arial"/>
                          <a:ea typeface="Arial"/>
                          <a:cs typeface="Arial"/>
                        </a:rPr>
                        <a:t>Chase / separate</a:t>
                      </a:r>
                    </a:p>
                  </a:txBody>
                  <a:tcPr marL="91440" marR="91440" marT="45720" marB="45720">
                    <a:lnL w="9525">
                      <a:solidFill>
                        <a:srgbClr val="33515C"/>
                      </a:solidFill>
                      <a:prstDash val="solid"/>
                    </a:lnL>
                    <a:lnR w="9525">
                      <a:solidFill>
                        <a:srgbClr val="33515C"/>
                      </a:solidFill>
                      <a:prstDash val="solid"/>
                    </a:lnR>
                    <a:lnB w="9525">
                      <a:solidFill>
                        <a:srgbClr val="33515C"/>
                      </a:solidFill>
                      <a:prstDash val="solid"/>
                    </a:lnB>
                    <a:solidFill>
                      <a:srgbClr val="0F222D"/>
                    </a:solidFill>
                  </a:tcPr>
                </a:tc>
                <a:tc>
                  <a:txBody>
                    <a:bodyPr/>
                    <a:lstStyle/>
                    <a:p>
                      <a:r>
                        <a:rPr sz="1875" b="0">
                          <a:solidFill>
                            <a:srgbClr val="E8F0ED"/>
                          </a:solidFill>
                          <a:latin typeface="Arial"/>
                          <a:ea typeface="Arial"/>
                          <a:cs typeface="Arial"/>
                        </a:rPr>
                        <a:t>C / B</a:t>
                      </a:r>
                    </a:p>
                  </a:txBody>
                  <a:tcPr marL="91440" marR="91440" marT="45720" marB="45720">
                    <a:lnR w="9525">
                      <a:solidFill>
                        <a:srgbClr val="33515C"/>
                      </a:solidFill>
                      <a:prstDash val="solid"/>
                    </a:lnR>
                    <a:lnB w="9525">
                      <a:solidFill>
                        <a:srgbClr val="33515C"/>
                      </a:solidFill>
                      <a:prstDash val="solid"/>
                    </a:lnB>
                    <a:solidFill>
                      <a:srgbClr val="0F222D"/>
                    </a:solidFill>
                  </a:tcPr>
                </a:tc>
              </a:tr>
              <a:tr h="635000">
                <a:tc>
                  <a:txBody>
                    <a:bodyPr/>
                    <a:lstStyle/>
                    <a:p>
                      <a:r>
                        <a:rPr sz="1875" b="0">
                          <a:solidFill>
                            <a:srgbClr val="E8F0ED"/>
                          </a:solidFill>
                          <a:latin typeface="Arial"/>
                          <a:ea typeface="Arial"/>
                          <a:cs typeface="Arial"/>
                        </a:rPr>
                        <a:t>Light / night / wireframe</a:t>
                      </a:r>
                    </a:p>
                  </a:txBody>
                  <a:tcPr marL="91440" marR="91440" marT="45720" marB="45720">
                    <a:lnL w="9525">
                      <a:solidFill>
                        <a:srgbClr val="33515C"/>
                      </a:solidFill>
                      <a:prstDash val="solid"/>
                    </a:lnL>
                    <a:lnR w="9525">
                      <a:solidFill>
                        <a:srgbClr val="33515C"/>
                      </a:solidFill>
                      <a:prstDash val="solid"/>
                    </a:lnR>
                    <a:lnB w="9525">
                      <a:solidFill>
                        <a:srgbClr val="33515C"/>
                      </a:solidFill>
                      <a:prstDash val="solid"/>
                    </a:lnB>
                    <a:solidFill>
                      <a:srgbClr val="0F222D"/>
                    </a:solidFill>
                  </a:tcPr>
                </a:tc>
                <a:tc>
                  <a:txBody>
                    <a:bodyPr/>
                    <a:lstStyle/>
                    <a:p>
                      <a:r>
                        <a:rPr sz="1875" b="0">
                          <a:solidFill>
                            <a:srgbClr val="E8F0ED"/>
                          </a:solidFill>
                          <a:latin typeface="Arial"/>
                          <a:ea typeface="Arial"/>
                          <a:cs typeface="Arial"/>
                        </a:rPr>
                        <a:t>L / N / F</a:t>
                      </a:r>
                    </a:p>
                  </a:txBody>
                  <a:tcPr marL="91440" marR="91440" marT="45720" marB="45720">
                    <a:lnR w="9525">
                      <a:solidFill>
                        <a:srgbClr val="33515C"/>
                      </a:solidFill>
                      <a:prstDash val="solid"/>
                    </a:lnR>
                    <a:lnB w="9525">
                      <a:solidFill>
                        <a:srgbClr val="33515C"/>
                      </a:solidFill>
                      <a:prstDash val="solid"/>
                    </a:lnB>
                    <a:solidFill>
                      <a:srgbClr val="0F222D"/>
                    </a:solidFill>
                  </a:tcPr>
                </a:tc>
              </a:tr>
              <a:tr h="635000">
                <a:tc>
                  <a:txBody>
                    <a:bodyPr/>
                    <a:lstStyle/>
                    <a:p>
                      <a:r>
                        <a:rPr sz="1875" b="0">
                          <a:solidFill>
                            <a:srgbClr val="E8F0ED"/>
                          </a:solidFill>
                          <a:latin typeface="Arial"/>
                          <a:ea typeface="Arial"/>
                          <a:cs typeface="Arial"/>
                        </a:rPr>
                        <a:t>Reset / help / screenshot</a:t>
                      </a:r>
                    </a:p>
                  </a:txBody>
                  <a:tcPr marL="91440" marR="91440" marT="45720" marB="45720">
                    <a:lnL w="9525">
                      <a:solidFill>
                        <a:srgbClr val="33515C"/>
                      </a:solidFill>
                      <a:prstDash val="solid"/>
                    </a:lnL>
                    <a:lnR w="9525">
                      <a:solidFill>
                        <a:srgbClr val="33515C"/>
                      </a:solidFill>
                      <a:prstDash val="solid"/>
                    </a:lnR>
                    <a:lnB w="9525">
                      <a:solidFill>
                        <a:srgbClr val="33515C"/>
                      </a:solidFill>
                      <a:prstDash val="solid"/>
                    </a:lnB>
                    <a:solidFill>
                      <a:srgbClr val="0F222D"/>
                    </a:solidFill>
                  </a:tcPr>
                </a:tc>
                <a:tc>
                  <a:txBody>
                    <a:bodyPr/>
                    <a:lstStyle/>
                    <a:p>
                      <a:r>
                        <a:rPr sz="1875" b="0">
                          <a:solidFill>
                            <a:srgbClr val="E8F0ED"/>
                          </a:solidFill>
                          <a:latin typeface="Arial"/>
                          <a:ea typeface="Arial"/>
                          <a:cs typeface="Arial"/>
                        </a:rPr>
                        <a:t>R / H / F12</a:t>
                      </a:r>
                    </a:p>
                  </a:txBody>
                  <a:tcPr marL="91440" marR="91440" marT="45720" marB="45720">
                    <a:lnR w="9525">
                      <a:solidFill>
                        <a:srgbClr val="33515C"/>
                      </a:solidFill>
                      <a:prstDash val="solid"/>
                    </a:lnR>
                    <a:lnB w="9525">
                      <a:solidFill>
                        <a:srgbClr val="33515C"/>
                      </a:solidFill>
                      <a:prstDash val="solid"/>
                    </a:lnB>
                    <a:solidFill>
                      <a:srgbClr val="0F222D"/>
                    </a:solidFill>
                  </a:tcPr>
                </a:tc>
              </a:tr>
            </a:tbl>
          </a:graphicData>
        </a:graphic>
      </p:graphicFrame>
      <p:sp>
        <p:nvSpPr>
          <p:cNvPr id="4" name="">
            <a:extLst xmlns:a="http://schemas.openxmlformats.org/drawingml/2006/main">
              <a:ext uri="{FF2B5EF4-FFF2-40B4-BE49-F238E27FC236}">
                <a16:creationId xmlns:a16="http://schemas.microsoft.com/office/drawing/2014/main" id="{58898982-D4B9-4B34-85CE-727F0AF21234}"/>
              </a:ext>
            </a:extLst>
          </p:cNvPr>
          <p:cNvSpPr>
            <a:spLocks xmlns:a="http://schemas.openxmlformats.org/drawingml/2006/main" noGrp="1"/>
          </p:cNvSpPr>
          <p:nvPr/>
        </p:nvSpPr>
        <p:spPr>
          <a:xfrm xmlns:a="http://schemas.openxmlformats.org/drawingml/2006/main">
            <a:off x="7953375" y="2000250"/>
            <a:ext cx="3619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7D1BE"/>
                </a:solidFill>
                <a:latin typeface="Arial"/>
                <a:ea typeface="Arial"/>
                <a:cs typeface="Arial"/>
              </a:defRPr>
            </a:defPPr>
            <a:lvl1pPr>
              <a:defRPr sz="2175" b="0">
                <a:solidFill>
                  <a:srgbClr val="67D1BE"/>
                </a:solidFill>
                <a:latin typeface="Arial"/>
                <a:ea typeface="Arial"/>
                <a:cs typeface="Arial"/>
              </a:defRPr>
            </a:lvl1pPr>
            <a:lvl2pPr>
              <a:defRPr sz="2175" b="0">
                <a:solidFill>
                  <a:srgbClr val="67D1BE"/>
                </a:solidFill>
                <a:latin typeface="Arial"/>
                <a:ea typeface="Arial"/>
                <a:cs typeface="Arial"/>
              </a:defRPr>
            </a:lvl2pPr>
            <a:lvl3pPr>
              <a:defRPr sz="2175" b="0">
                <a:solidFill>
                  <a:srgbClr val="67D1BE"/>
                </a:solidFill>
                <a:latin typeface="Arial"/>
                <a:ea typeface="Arial"/>
                <a:cs typeface="Arial"/>
              </a:defRPr>
            </a:lvl3pPr>
            <a:lvl4pPr>
              <a:defRPr sz="2175" b="0">
                <a:solidFill>
                  <a:srgbClr val="67D1BE"/>
                </a:solidFill>
                <a:latin typeface="Arial"/>
                <a:ea typeface="Arial"/>
                <a:cs typeface="Arial"/>
              </a:defRPr>
            </a:lvl4pPr>
            <a:lvl5pPr>
              <a:defRPr sz="2175" b="0">
                <a:solidFill>
                  <a:srgbClr val="67D1BE"/>
                </a:solidFill>
                <a:latin typeface="Arial"/>
                <a:ea typeface="Arial"/>
                <a:cs typeface="Arial"/>
              </a:defRPr>
            </a:lvl5pPr>
            <a:lvl6pPr>
              <a:defRPr sz="2175" b="0">
                <a:solidFill>
                  <a:srgbClr val="67D1BE"/>
                </a:solidFill>
                <a:latin typeface="Arial"/>
                <a:ea typeface="Arial"/>
                <a:cs typeface="Arial"/>
              </a:defRPr>
            </a:lvl6pPr>
            <a:lvl7pPr>
              <a:defRPr sz="2175" b="0">
                <a:solidFill>
                  <a:srgbClr val="67D1BE"/>
                </a:solidFill>
                <a:latin typeface="Arial"/>
                <a:ea typeface="Arial"/>
                <a:cs typeface="Arial"/>
              </a:defRPr>
            </a:lvl7pPr>
            <a:lvl8pPr>
              <a:defRPr sz="2175" b="0">
                <a:solidFill>
                  <a:srgbClr val="67D1BE"/>
                </a:solidFill>
                <a:latin typeface="Arial"/>
                <a:ea typeface="Arial"/>
                <a:cs typeface="Arial"/>
              </a:defRPr>
            </a:lvl8pPr>
            <a:lvl9pPr>
              <a:defRPr sz="2175" b="0">
                <a:solidFill>
                  <a:srgbClr val="67D1BE"/>
                </a:solidFill>
                <a:latin typeface="Arial"/>
                <a:ea typeface="Arial"/>
                <a:cs typeface="Arial"/>
              </a:defRPr>
            </a:lvl9pPr>
          </a:lstStyle>
          <a:p xmlns:a="http://schemas.openxmlformats.org/drawingml/2006/main">
            <a:pPr>
              <a:defRPr sz="2175" b="0">
                <a:solidFill>
                  <a:srgbClr val="67D1BE"/>
                </a:solidFill>
                <a:latin typeface="Arial"/>
                <a:ea typeface="Arial"/>
                <a:cs typeface="Arial"/>
              </a:defRPr>
            </a:pPr>
            <a:r>
              <a:rPr sz="2175" b="0">
                <a:solidFill>
                  <a:srgbClr val="67D1BE"/>
                </a:solidFill>
                <a:latin typeface="Arial"/>
                <a:ea typeface="Arial"/>
                <a:cs typeface="Arial"/>
              </a:rPr>
              <a:t>Pause the simulation</a:t>
            </a:r>
          </a:p>
          <a:p xmlns:a="http://schemas.openxmlformats.org/drawingml/2006/main">
            <a:pPr>
              <a:defRPr sz="2175" b="0">
                <a:solidFill>
                  <a:srgbClr val="67D1BE"/>
                </a:solidFill>
                <a:latin typeface="Arial"/>
                <a:ea typeface="Arial"/>
                <a:cs typeface="Arial"/>
              </a:defRPr>
            </a:pPr>
            <a:r>
              <a:rPr sz="2175" b="0">
                <a:solidFill>
                  <a:srgbClr val="67D1BE"/>
                </a:solidFill>
                <a:latin typeface="Arial"/>
                <a:ea typeface="Arial"/>
                <a:cs typeface="Arial"/>
              </a:rPr>
              <a:t>Keep exploring with the camera</a:t>
            </a:r>
          </a:p>
          <a:p xmlns:a="http://schemas.openxmlformats.org/drawingml/2006/main">
            <a:pPr>
              <a:defRPr sz="2175" b="0">
                <a:solidFill>
                  <a:srgbClr val="67D1BE"/>
                </a:solidFill>
                <a:latin typeface="Arial"/>
                <a:ea typeface="Arial"/>
                <a:cs typeface="Arial"/>
              </a:defRPr>
            </a:pPr>
            <a:r>
              <a:rPr sz="2175" b="0">
                <a:solidFill>
                  <a:srgbClr val="67D1BE"/>
                </a:solidFill>
                <a:latin typeface="Arial"/>
                <a:ea typeface="Arial"/>
                <a:cs typeface="Arial"/>
              </a:rPr>
              <a:t>Reset and replay the mission</a:t>
            </a:r>
          </a:p>
        </p:txBody>
      </p:sp>
      <p:sp>
        <p:nvSpPr>
          <p:cNvPr id="5" name="">
            <a:extLst xmlns:a="http://schemas.openxmlformats.org/drawingml/2006/main">
              <a:ext uri="{FF2B5EF4-FFF2-40B4-BE49-F238E27FC236}">
                <a16:creationId xmlns:a16="http://schemas.microsoft.com/office/drawing/2014/main" id="{EE016BE0-13EC-4A8B-879A-EBFF71153817}"/>
              </a:ext>
            </a:extLst>
          </p:cNvPr>
          <p:cNvSpPr>
            <a:spLocks xmlns:a="http://schemas.openxmlformats.org/drawingml/2006/main" noGrp="1"/>
          </p:cNvSpPr>
          <p:nvPr/>
        </p:nvSpPr>
        <p:spPr>
          <a:xfrm xmlns:a="http://schemas.openxmlformats.org/drawingml/2006/main">
            <a:off x="7953375" y="4667250"/>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4B8BE"/>
                </a:solidFill>
                <a:latin typeface="Arial"/>
                <a:ea typeface="Arial"/>
                <a:cs typeface="Arial"/>
              </a:defRPr>
            </a:defPPr>
            <a:lvl1pPr>
              <a:defRPr sz="1950" b="0">
                <a:solidFill>
                  <a:srgbClr val="A4B8BE"/>
                </a:solidFill>
                <a:latin typeface="Arial"/>
                <a:ea typeface="Arial"/>
                <a:cs typeface="Arial"/>
              </a:defRPr>
            </a:lvl1pPr>
            <a:lvl2pPr>
              <a:defRPr sz="1950" b="0">
                <a:solidFill>
                  <a:srgbClr val="A4B8BE"/>
                </a:solidFill>
                <a:latin typeface="Arial"/>
                <a:ea typeface="Arial"/>
                <a:cs typeface="Arial"/>
              </a:defRPr>
            </a:lvl2pPr>
            <a:lvl3pPr>
              <a:defRPr sz="1950" b="0">
                <a:solidFill>
                  <a:srgbClr val="A4B8BE"/>
                </a:solidFill>
                <a:latin typeface="Arial"/>
                <a:ea typeface="Arial"/>
                <a:cs typeface="Arial"/>
              </a:defRPr>
            </a:lvl3pPr>
            <a:lvl4pPr>
              <a:defRPr sz="1950" b="0">
                <a:solidFill>
                  <a:srgbClr val="A4B8BE"/>
                </a:solidFill>
                <a:latin typeface="Arial"/>
                <a:ea typeface="Arial"/>
                <a:cs typeface="Arial"/>
              </a:defRPr>
            </a:lvl4pPr>
            <a:lvl5pPr>
              <a:defRPr sz="1950" b="0">
                <a:solidFill>
                  <a:srgbClr val="A4B8BE"/>
                </a:solidFill>
                <a:latin typeface="Arial"/>
                <a:ea typeface="Arial"/>
                <a:cs typeface="Arial"/>
              </a:defRPr>
            </a:lvl5pPr>
            <a:lvl6pPr>
              <a:defRPr sz="1950" b="0">
                <a:solidFill>
                  <a:srgbClr val="A4B8BE"/>
                </a:solidFill>
                <a:latin typeface="Arial"/>
                <a:ea typeface="Arial"/>
                <a:cs typeface="Arial"/>
              </a:defRPr>
            </a:lvl6pPr>
            <a:lvl7pPr>
              <a:defRPr sz="1950" b="0">
                <a:solidFill>
                  <a:srgbClr val="A4B8BE"/>
                </a:solidFill>
                <a:latin typeface="Arial"/>
                <a:ea typeface="Arial"/>
                <a:cs typeface="Arial"/>
              </a:defRPr>
            </a:lvl7pPr>
            <a:lvl8pPr>
              <a:defRPr sz="1950" b="0">
                <a:solidFill>
                  <a:srgbClr val="A4B8BE"/>
                </a:solidFill>
                <a:latin typeface="Arial"/>
                <a:ea typeface="Arial"/>
                <a:cs typeface="Arial"/>
              </a:defRPr>
            </a:lvl8pPr>
            <a:lvl9pPr>
              <a:defRPr sz="1950" b="0">
                <a:solidFill>
                  <a:srgbClr val="A4B8BE"/>
                </a:solidFill>
                <a:latin typeface="Arial"/>
                <a:ea typeface="Arial"/>
                <a:cs typeface="Arial"/>
              </a:defRPr>
            </a:lvl9pPr>
          </a:lstStyle>
          <a:p xmlns:a="http://schemas.openxmlformats.org/drawingml/2006/main">
            <a:pPr>
              <a:defRPr sz="1950" b="0">
                <a:solidFill>
                  <a:srgbClr val="A4B8BE"/>
                </a:solidFill>
                <a:latin typeface="Arial"/>
                <a:ea typeface="Arial"/>
                <a:cs typeface="Arial"/>
              </a:defRPr>
            </a:pPr>
            <a:r>
              <a:rPr sz="1950" b="0">
                <a:solidFill>
                  <a:srgbClr val="A4B8BE"/>
                </a:solidFill>
                <a:latin typeface="Arial"/>
                <a:ea typeface="Arial"/>
                <a:cs typeface="Arial"/>
              </a:rPr>
              <a:t>On-screen help and FPS remain available</a:t>
            </a:r>
          </a:p>
        </p:txBody>
      </p:sp>
    </p:spTree>
    <p:extLst>
      <p:ext uri="{BB962C8B-B14F-4D97-AF65-F5344CB8AC3E}">
        <p14:creationId xmlns:p14="http://schemas.microsoft.com/office/powerpoint/2010/main" val="399222619"/>
      </p:ext>
    </p:extLst>
  </p:cSld>
</p:sld>
</file>

<file path=ppt/slides/slide9.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A1EF71-5BBC-4210-817D-7FF574776E93}"/>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8F0ED"/>
                </a:solidFill>
                <a:latin typeface="Arial"/>
                <a:ea typeface="Arial"/>
                <a:cs typeface="Arial"/>
              </a:defRPr>
            </a:defPPr>
            <a:lvl1pPr>
              <a:defRPr sz="3450" b="1">
                <a:solidFill>
                  <a:srgbClr val="E8F0ED"/>
                </a:solidFill>
                <a:latin typeface="Arial"/>
                <a:ea typeface="Arial"/>
                <a:cs typeface="Arial"/>
              </a:defRPr>
            </a:lvl1pPr>
            <a:lvl2pPr>
              <a:defRPr sz="3450" b="1">
                <a:solidFill>
                  <a:srgbClr val="E8F0ED"/>
                </a:solidFill>
                <a:latin typeface="Arial"/>
                <a:ea typeface="Arial"/>
                <a:cs typeface="Arial"/>
              </a:defRPr>
            </a:lvl2pPr>
            <a:lvl3pPr>
              <a:defRPr sz="3450" b="1">
                <a:solidFill>
                  <a:srgbClr val="E8F0ED"/>
                </a:solidFill>
                <a:latin typeface="Arial"/>
                <a:ea typeface="Arial"/>
                <a:cs typeface="Arial"/>
              </a:defRPr>
            </a:lvl3pPr>
            <a:lvl4pPr>
              <a:defRPr sz="3450" b="1">
                <a:solidFill>
                  <a:srgbClr val="E8F0ED"/>
                </a:solidFill>
                <a:latin typeface="Arial"/>
                <a:ea typeface="Arial"/>
                <a:cs typeface="Arial"/>
              </a:defRPr>
            </a:lvl4pPr>
            <a:lvl5pPr>
              <a:defRPr sz="3450" b="1">
                <a:solidFill>
                  <a:srgbClr val="E8F0ED"/>
                </a:solidFill>
                <a:latin typeface="Arial"/>
                <a:ea typeface="Arial"/>
                <a:cs typeface="Arial"/>
              </a:defRPr>
            </a:lvl5pPr>
            <a:lvl6pPr>
              <a:defRPr sz="3450" b="1">
                <a:solidFill>
                  <a:srgbClr val="E8F0ED"/>
                </a:solidFill>
                <a:latin typeface="Arial"/>
                <a:ea typeface="Arial"/>
                <a:cs typeface="Arial"/>
              </a:defRPr>
            </a:lvl6pPr>
            <a:lvl7pPr>
              <a:defRPr sz="3450" b="1">
                <a:solidFill>
                  <a:srgbClr val="E8F0ED"/>
                </a:solidFill>
                <a:latin typeface="Arial"/>
                <a:ea typeface="Arial"/>
                <a:cs typeface="Arial"/>
              </a:defRPr>
            </a:lvl7pPr>
            <a:lvl8pPr>
              <a:defRPr sz="3450" b="1">
                <a:solidFill>
                  <a:srgbClr val="E8F0ED"/>
                </a:solidFill>
                <a:latin typeface="Arial"/>
                <a:ea typeface="Arial"/>
                <a:cs typeface="Arial"/>
              </a:defRPr>
            </a:lvl8pPr>
            <a:lvl9pPr>
              <a:defRPr sz="3450" b="1">
                <a:solidFill>
                  <a:srgbClr val="E8F0ED"/>
                </a:solidFill>
                <a:latin typeface="Arial"/>
                <a:ea typeface="Arial"/>
                <a:cs typeface="Arial"/>
              </a:defRPr>
            </a:lvl9pPr>
          </a:lstStyle>
          <a:p xmlns:a="http://schemas.openxmlformats.org/drawingml/2006/main">
            <a:pPr>
              <a:defRPr sz="3450" b="1">
                <a:solidFill>
                  <a:srgbClr val="E8F0ED"/>
                </a:solidFill>
                <a:latin typeface="Arial"/>
                <a:ea typeface="Arial"/>
                <a:cs typeface="Arial"/>
              </a:defRPr>
            </a:pPr>
            <a:r>
              <a:rPr sz="3450" b="1">
                <a:solidFill>
                  <a:srgbClr val="E8F0ED"/>
                </a:solidFill>
                <a:latin typeface="Arial"/>
                <a:ea typeface="Arial"/>
                <a:cs typeface="Arial"/>
              </a:rPr>
              <a:t>Measured performance and validation</a:t>
            </a:r>
          </a:p>
        </p:txBody>
      </p:sp>
      <p:sp>
        <p:nvSpPr>
          <p:cNvPr id="2" name="">
            <a:extLst xmlns:a="http://schemas.openxmlformats.org/drawingml/2006/main">
              <a:ext uri="{FF2B5EF4-FFF2-40B4-BE49-F238E27FC236}">
                <a16:creationId xmlns:a16="http://schemas.microsoft.com/office/drawing/2014/main" id="{7A97F38C-B846-4697-A157-1333FA907DFC}"/>
              </a:ext>
            </a:extLst>
          </p:cNvPr>
          <p:cNvSpPr>
            <a:spLocks xmlns:a="http://schemas.openxmlformats.org/drawingml/2006/main" noGrp="1"/>
          </p:cNvSpPr>
          <p:nvPr/>
        </p:nvSpPr>
        <p:spPr>
          <a:xfrm xmlns:a="http://schemas.openxmlformats.org/drawingml/2006/main">
            <a:off x="1114425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4B8BE"/>
                </a:solidFill>
                <a:latin typeface="Arial"/>
                <a:ea typeface="Arial"/>
                <a:cs typeface="Arial"/>
              </a:defRPr>
            </a:defPPr>
            <a:lvl1pPr>
              <a:defRPr sz="1350" b="0">
                <a:solidFill>
                  <a:srgbClr val="A4B8BE"/>
                </a:solidFill>
                <a:latin typeface="Arial"/>
                <a:ea typeface="Arial"/>
                <a:cs typeface="Arial"/>
              </a:defRPr>
            </a:lvl1pPr>
            <a:lvl2pPr>
              <a:defRPr sz="1350" b="0">
                <a:solidFill>
                  <a:srgbClr val="A4B8BE"/>
                </a:solidFill>
                <a:latin typeface="Arial"/>
                <a:ea typeface="Arial"/>
                <a:cs typeface="Arial"/>
              </a:defRPr>
            </a:lvl2pPr>
            <a:lvl3pPr>
              <a:defRPr sz="1350" b="0">
                <a:solidFill>
                  <a:srgbClr val="A4B8BE"/>
                </a:solidFill>
                <a:latin typeface="Arial"/>
                <a:ea typeface="Arial"/>
                <a:cs typeface="Arial"/>
              </a:defRPr>
            </a:lvl3pPr>
            <a:lvl4pPr>
              <a:defRPr sz="1350" b="0">
                <a:solidFill>
                  <a:srgbClr val="A4B8BE"/>
                </a:solidFill>
                <a:latin typeface="Arial"/>
                <a:ea typeface="Arial"/>
                <a:cs typeface="Arial"/>
              </a:defRPr>
            </a:lvl4pPr>
            <a:lvl5pPr>
              <a:defRPr sz="1350" b="0">
                <a:solidFill>
                  <a:srgbClr val="A4B8BE"/>
                </a:solidFill>
                <a:latin typeface="Arial"/>
                <a:ea typeface="Arial"/>
                <a:cs typeface="Arial"/>
              </a:defRPr>
            </a:lvl5pPr>
            <a:lvl6pPr>
              <a:defRPr sz="1350" b="0">
                <a:solidFill>
                  <a:srgbClr val="A4B8BE"/>
                </a:solidFill>
                <a:latin typeface="Arial"/>
                <a:ea typeface="Arial"/>
                <a:cs typeface="Arial"/>
              </a:defRPr>
            </a:lvl6pPr>
            <a:lvl7pPr>
              <a:defRPr sz="1350" b="0">
                <a:solidFill>
                  <a:srgbClr val="A4B8BE"/>
                </a:solidFill>
                <a:latin typeface="Arial"/>
                <a:ea typeface="Arial"/>
                <a:cs typeface="Arial"/>
              </a:defRPr>
            </a:lvl7pPr>
            <a:lvl8pPr>
              <a:defRPr sz="1350" b="0">
                <a:solidFill>
                  <a:srgbClr val="A4B8BE"/>
                </a:solidFill>
                <a:latin typeface="Arial"/>
                <a:ea typeface="Arial"/>
                <a:cs typeface="Arial"/>
              </a:defRPr>
            </a:lvl8pPr>
            <a:lvl9pPr>
              <a:defRPr sz="1350" b="0">
                <a:solidFill>
                  <a:srgbClr val="A4B8BE"/>
                </a:solidFill>
                <a:latin typeface="Arial"/>
                <a:ea typeface="Arial"/>
                <a:cs typeface="Arial"/>
              </a:defRPr>
            </a:lvl9pPr>
          </a:lstStyle>
          <a:p xmlns:a="http://schemas.openxmlformats.org/drawingml/2006/main">
            <a:pPr>
              <a:defRPr sz="1350" b="0">
                <a:solidFill>
                  <a:srgbClr val="A4B8BE"/>
                </a:solidFill>
                <a:latin typeface="Arial"/>
                <a:ea typeface="Arial"/>
                <a:cs typeface="Arial"/>
              </a:defRPr>
            </a:pPr>
            <a:r>
              <a:rPr sz="1350" b="0">
                <a:solidFill>
                  <a:srgbClr val="A4B8BE"/>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22D2850A-9998-472E-B1A8-5C549DCAF66F}"/>
              </a:ext>
            </a:extLst>
          </p:cNvPr>
          <p:cNvGraphicFramePr/>
          <p:nvPr/>
        </p:nvGraphicFramePr>
        <p:xfrm>
          <a:off xmlns:a="http://schemas.openxmlformats.org/drawingml/2006/main" x="609600" y="1857375"/>
          <a:ext xmlns:a="http://schemas.openxmlformats.org/drawingml/2006/main" cx="10972800" cy="2476500"/>
        </p:xfrm>
        <a:graphic xmlns:a="http://schemas.openxmlformats.org/drawingml/2006/main">
          <a:graphicData uri="http://schemas.openxmlformats.org/drawingml/2006/table">
            <a:tbl>
              <a:tblPr/>
              <a:tblGrid>
                <a:gridCol w="5048250"/>
                <a:gridCol w="2667000"/>
                <a:gridCol w="3257550"/>
              </a:tblGrid>
              <a:tr h="619125">
                <a:tc>
                  <a:txBody>
                    <a:bodyPr/>
                    <a:lstStyle/>
                    <a:p>
                      <a:r>
                        <a:rPr sz="2100" b="1">
                          <a:solidFill>
                            <a:srgbClr val="E8F0ED"/>
                          </a:solidFill>
                          <a:latin typeface="Arial"/>
                          <a:ea typeface="Arial"/>
                          <a:cs typeface="Arial"/>
                        </a:rPr>
                        <a:t>Scene</a:t>
                      </a:r>
                    </a:p>
                  </a:txBody>
                  <a:tcPr marL="91440" marR="91440" marT="45720" marB="45720">
                    <a:lnL w="9525">
                      <a:solidFill>
                        <a:srgbClr val="33515C"/>
                      </a:solidFill>
                      <a:prstDash val="solid"/>
                    </a:lnL>
                    <a:lnR w="9525">
                      <a:solidFill>
                        <a:srgbClr val="33515C"/>
                      </a:solidFill>
                      <a:prstDash val="solid"/>
                    </a:lnR>
                    <a:lnT w="9525">
                      <a:solidFill>
                        <a:srgbClr val="33515C"/>
                      </a:solidFill>
                      <a:prstDash val="solid"/>
                    </a:lnT>
                    <a:lnB w="9525">
                      <a:solidFill>
                        <a:srgbClr val="33515C"/>
                      </a:solidFill>
                      <a:prstDash val="solid"/>
                    </a:lnB>
                    <a:solidFill>
                      <a:srgbClr val="173C48"/>
                    </a:solidFill>
                  </a:tcPr>
                </a:tc>
                <a:tc>
                  <a:txBody>
                    <a:bodyPr/>
                    <a:lstStyle/>
                    <a:p>
                      <a:r>
                        <a:rPr sz="2100" b="1">
                          <a:solidFill>
                            <a:srgbClr val="E8F0ED"/>
                          </a:solidFill>
                          <a:latin typeface="Arial"/>
                          <a:ea typeface="Arial"/>
                          <a:cs typeface="Arial"/>
                        </a:rPr>
                        <a:t>Mean FPS</a:t>
                      </a:r>
                    </a:p>
                  </a:txBody>
                  <a:tcPr marL="91440" marR="91440" marT="45720" marB="45720">
                    <a:lnR w="9525">
                      <a:solidFill>
                        <a:srgbClr val="33515C"/>
                      </a:solidFill>
                      <a:prstDash val="solid"/>
                    </a:lnR>
                    <a:lnT w="9525">
                      <a:solidFill>
                        <a:srgbClr val="33515C"/>
                      </a:solidFill>
                      <a:prstDash val="solid"/>
                    </a:lnT>
                    <a:lnB w="9525">
                      <a:solidFill>
                        <a:srgbClr val="33515C"/>
                      </a:solidFill>
                      <a:prstDash val="solid"/>
                    </a:lnB>
                    <a:solidFill>
                      <a:srgbClr val="173C48"/>
                    </a:solidFill>
                  </a:tcPr>
                </a:tc>
                <a:tc>
                  <a:txBody>
                    <a:bodyPr/>
                    <a:lstStyle/>
                    <a:p>
                      <a:r>
                        <a:rPr sz="2100" b="1">
                          <a:solidFill>
                            <a:srgbClr val="E8F0ED"/>
                          </a:solidFill>
                          <a:latin typeface="Arial"/>
                          <a:ea typeface="Arial"/>
                          <a:cs typeface="Arial"/>
                        </a:rPr>
                        <a:t>p95 frame time</a:t>
                      </a:r>
                    </a:p>
                  </a:txBody>
                  <a:tcPr marL="91440" marR="91440" marT="45720" marB="45720">
                    <a:lnR w="9525">
                      <a:solidFill>
                        <a:srgbClr val="33515C"/>
                      </a:solidFill>
                      <a:prstDash val="solid"/>
                    </a:lnR>
                    <a:lnT w="9525">
                      <a:solidFill>
                        <a:srgbClr val="33515C"/>
                      </a:solidFill>
                      <a:prstDash val="solid"/>
                    </a:lnT>
                    <a:lnB w="9525">
                      <a:solidFill>
                        <a:srgbClr val="33515C"/>
                      </a:solidFill>
                      <a:prstDash val="solid"/>
                    </a:lnB>
                    <a:solidFill>
                      <a:srgbClr val="173C48"/>
                    </a:solidFill>
                  </a:tcPr>
                </a:tc>
              </a:tr>
              <a:tr h="619125">
                <a:tc>
                  <a:txBody>
                    <a:bodyPr/>
                    <a:lstStyle/>
                    <a:p>
                      <a:r>
                        <a:rPr sz="2100" b="0">
                          <a:solidFill>
                            <a:srgbClr val="E8F0ED"/>
                          </a:solidFill>
                          <a:latin typeface="Arial"/>
                          <a:ea typeface="Arial"/>
                          <a:cs typeface="Arial"/>
                        </a:rPr>
                        <a:t>Ready</a:t>
                      </a:r>
                    </a:p>
                  </a:txBody>
                  <a:tcPr marL="91440" marR="91440" marT="45720" marB="45720">
                    <a:lnL w="9525">
                      <a:solidFill>
                        <a:srgbClr val="33515C"/>
                      </a:solidFill>
                      <a:prstDash val="solid"/>
                    </a:lnL>
                    <a:lnR w="9525">
                      <a:solidFill>
                        <a:srgbClr val="33515C"/>
                      </a:solidFill>
                      <a:prstDash val="solid"/>
                    </a:lnR>
                    <a:lnB w="9525">
                      <a:solidFill>
                        <a:srgbClr val="33515C"/>
                      </a:solidFill>
                      <a:prstDash val="solid"/>
                    </a:lnB>
                    <a:solidFill>
                      <a:srgbClr val="0F222D"/>
                    </a:solidFill>
                  </a:tcPr>
                </a:tc>
                <a:tc>
                  <a:txBody>
                    <a:bodyPr/>
                    <a:lstStyle/>
                    <a:p>
                      <a:r>
                        <a:rPr sz="2100" b="0">
                          <a:solidFill>
                            <a:srgbClr val="E8F0ED"/>
                          </a:solidFill>
                          <a:latin typeface="Arial"/>
                          <a:ea typeface="Arial"/>
                          <a:cs typeface="Arial"/>
                        </a:rPr>
                        <a:t>1068.3</a:t>
                      </a:r>
                    </a:p>
                  </a:txBody>
                  <a:tcPr marL="91440" marR="91440" marT="45720" marB="45720">
                    <a:lnR w="9525">
                      <a:solidFill>
                        <a:srgbClr val="33515C"/>
                      </a:solidFill>
                      <a:prstDash val="solid"/>
                    </a:lnR>
                    <a:lnB w="9525">
                      <a:solidFill>
                        <a:srgbClr val="33515C"/>
                      </a:solidFill>
                      <a:prstDash val="solid"/>
                    </a:lnB>
                    <a:solidFill>
                      <a:srgbClr val="0F222D"/>
                    </a:solidFill>
                  </a:tcPr>
                </a:tc>
                <a:tc>
                  <a:txBody>
                    <a:bodyPr/>
                    <a:lstStyle/>
                    <a:p>
                      <a:r>
                        <a:rPr sz="2100" b="0">
                          <a:solidFill>
                            <a:srgbClr val="E8F0ED"/>
                          </a:solidFill>
                          <a:latin typeface="Arial"/>
                          <a:ea typeface="Arial"/>
                          <a:cs typeface="Arial"/>
                        </a:rPr>
                        <a:t>1.32 ms</a:t>
                      </a:r>
                    </a:p>
                  </a:txBody>
                  <a:tcPr marL="91440" marR="91440" marT="45720" marB="45720">
                    <a:lnR w="9525">
                      <a:solidFill>
                        <a:srgbClr val="33515C"/>
                      </a:solidFill>
                      <a:prstDash val="solid"/>
                    </a:lnR>
                    <a:lnB w="9525">
                      <a:solidFill>
                        <a:srgbClr val="33515C"/>
                      </a:solidFill>
                      <a:prstDash val="solid"/>
                    </a:lnB>
                    <a:solidFill>
                      <a:srgbClr val="0F222D"/>
                    </a:solidFill>
                  </a:tcPr>
                </a:tc>
              </a:tr>
              <a:tr h="619125">
                <a:tc>
                  <a:txBody>
                    <a:bodyPr/>
                    <a:lstStyle/>
                    <a:p>
                      <a:r>
                        <a:rPr sz="2100" b="0">
                          <a:solidFill>
                            <a:srgbClr val="E8F0ED"/>
                          </a:solidFill>
                          <a:latin typeface="Arial"/>
                          <a:ea typeface="Arial"/>
                          <a:cs typeface="Arial"/>
                        </a:rPr>
                        <a:t>Ignition and ascent</a:t>
                      </a:r>
                    </a:p>
                  </a:txBody>
                  <a:tcPr marL="91440" marR="91440" marT="45720" marB="45720">
                    <a:lnL w="9525">
                      <a:solidFill>
                        <a:srgbClr val="33515C"/>
                      </a:solidFill>
                      <a:prstDash val="solid"/>
                    </a:lnL>
                    <a:lnR w="9525">
                      <a:solidFill>
                        <a:srgbClr val="33515C"/>
                      </a:solidFill>
                      <a:prstDash val="solid"/>
                    </a:lnR>
                    <a:lnB w="9525">
                      <a:solidFill>
                        <a:srgbClr val="33515C"/>
                      </a:solidFill>
                      <a:prstDash val="solid"/>
                    </a:lnB>
                    <a:solidFill>
                      <a:srgbClr val="0F222D"/>
                    </a:solidFill>
                  </a:tcPr>
                </a:tc>
                <a:tc>
                  <a:txBody>
                    <a:bodyPr/>
                    <a:lstStyle/>
                    <a:p>
                      <a:r>
                        <a:rPr sz="2100" b="0">
                          <a:solidFill>
                            <a:srgbClr val="E8F0ED"/>
                          </a:solidFill>
                          <a:latin typeface="Arial"/>
                          <a:ea typeface="Arial"/>
                          <a:cs typeface="Arial"/>
                        </a:rPr>
                        <a:t>699.0</a:t>
                      </a:r>
                    </a:p>
                  </a:txBody>
                  <a:tcPr marL="91440" marR="91440" marT="45720" marB="45720">
                    <a:lnR w="9525">
                      <a:solidFill>
                        <a:srgbClr val="33515C"/>
                      </a:solidFill>
                      <a:prstDash val="solid"/>
                    </a:lnR>
                    <a:lnB w="9525">
                      <a:solidFill>
                        <a:srgbClr val="33515C"/>
                      </a:solidFill>
                      <a:prstDash val="solid"/>
                    </a:lnB>
                    <a:solidFill>
                      <a:srgbClr val="0F222D"/>
                    </a:solidFill>
                  </a:tcPr>
                </a:tc>
                <a:tc>
                  <a:txBody>
                    <a:bodyPr/>
                    <a:lstStyle/>
                    <a:p>
                      <a:r>
                        <a:rPr sz="2100" b="0">
                          <a:solidFill>
                            <a:srgbClr val="E8F0ED"/>
                          </a:solidFill>
                          <a:latin typeface="Arial"/>
                          <a:ea typeface="Arial"/>
                          <a:cs typeface="Arial"/>
                        </a:rPr>
                        <a:t>2.44 ms</a:t>
                      </a:r>
                    </a:p>
                  </a:txBody>
                  <a:tcPr marL="91440" marR="91440" marT="45720" marB="45720">
                    <a:lnR w="9525">
                      <a:solidFill>
                        <a:srgbClr val="33515C"/>
                      </a:solidFill>
                      <a:prstDash val="solid"/>
                    </a:lnR>
                    <a:lnB w="9525">
                      <a:solidFill>
                        <a:srgbClr val="33515C"/>
                      </a:solidFill>
                      <a:prstDash val="solid"/>
                    </a:lnB>
                    <a:solidFill>
                      <a:srgbClr val="0F222D"/>
                    </a:solidFill>
                  </a:tcPr>
                </a:tc>
              </a:tr>
              <a:tr h="619125">
                <a:tc>
                  <a:txBody>
                    <a:bodyPr/>
                    <a:lstStyle/>
                    <a:p>
                      <a:r>
                        <a:rPr sz="2100" b="0">
                          <a:solidFill>
                            <a:srgbClr val="E8F0ED"/>
                          </a:solidFill>
                          <a:latin typeface="Arial"/>
                          <a:ea typeface="Arial"/>
                          <a:cs typeface="Arial"/>
                        </a:rPr>
                        <a:t>Separation and stars</a:t>
                      </a:r>
                    </a:p>
                  </a:txBody>
                  <a:tcPr marL="91440" marR="91440" marT="45720" marB="45720">
                    <a:lnL w="9525">
                      <a:solidFill>
                        <a:srgbClr val="33515C"/>
                      </a:solidFill>
                      <a:prstDash val="solid"/>
                    </a:lnL>
                    <a:lnR w="9525">
                      <a:solidFill>
                        <a:srgbClr val="33515C"/>
                      </a:solidFill>
                      <a:prstDash val="solid"/>
                    </a:lnR>
                    <a:lnB w="9525">
                      <a:solidFill>
                        <a:srgbClr val="33515C"/>
                      </a:solidFill>
                      <a:prstDash val="solid"/>
                    </a:lnB>
                    <a:solidFill>
                      <a:srgbClr val="0F222D"/>
                    </a:solidFill>
                  </a:tcPr>
                </a:tc>
                <a:tc>
                  <a:txBody>
                    <a:bodyPr/>
                    <a:lstStyle/>
                    <a:p>
                      <a:r>
                        <a:rPr sz="2100" b="0">
                          <a:solidFill>
                            <a:srgbClr val="E8F0ED"/>
                          </a:solidFill>
                          <a:latin typeface="Arial"/>
                          <a:ea typeface="Arial"/>
                          <a:cs typeface="Arial"/>
                        </a:rPr>
                        <a:t>929.9</a:t>
                      </a:r>
                    </a:p>
                  </a:txBody>
                  <a:tcPr marL="91440" marR="91440" marT="45720" marB="45720">
                    <a:lnR w="9525">
                      <a:solidFill>
                        <a:srgbClr val="33515C"/>
                      </a:solidFill>
                      <a:prstDash val="solid"/>
                    </a:lnR>
                    <a:lnB w="9525">
                      <a:solidFill>
                        <a:srgbClr val="33515C"/>
                      </a:solidFill>
                      <a:prstDash val="solid"/>
                    </a:lnB>
                    <a:solidFill>
                      <a:srgbClr val="0F222D"/>
                    </a:solidFill>
                  </a:tcPr>
                </a:tc>
                <a:tc>
                  <a:txBody>
                    <a:bodyPr/>
                    <a:lstStyle/>
                    <a:p>
                      <a:r>
                        <a:rPr sz="2100" b="0">
                          <a:solidFill>
                            <a:srgbClr val="E8F0ED"/>
                          </a:solidFill>
                          <a:latin typeface="Arial"/>
                          <a:ea typeface="Arial"/>
                          <a:cs typeface="Arial"/>
                        </a:rPr>
                        <a:t>1.76 ms</a:t>
                      </a:r>
                    </a:p>
                  </a:txBody>
                  <a:tcPr marL="91440" marR="91440" marT="45720" marB="45720">
                    <a:lnR w="9525">
                      <a:solidFill>
                        <a:srgbClr val="33515C"/>
                      </a:solidFill>
                      <a:prstDash val="solid"/>
                    </a:lnR>
                    <a:lnB w="9525">
                      <a:solidFill>
                        <a:srgbClr val="33515C"/>
                      </a:solidFill>
                      <a:prstDash val="solid"/>
                    </a:lnB>
                    <a:solidFill>
                      <a:srgbClr val="0F222D"/>
                    </a:solidFill>
                  </a:tcPr>
                </a:tc>
              </a:tr>
            </a:tbl>
          </a:graphicData>
        </a:graphic>
      </p:graphicFrame>
      <p:sp>
        <p:nvSpPr>
          <p:cNvPr id="4" name="">
            <a:extLst xmlns:a="http://schemas.openxmlformats.org/drawingml/2006/main">
              <a:ext uri="{FF2B5EF4-FFF2-40B4-BE49-F238E27FC236}">
                <a16:creationId xmlns:a16="http://schemas.microsoft.com/office/drawing/2014/main" id="{739953BC-A573-4810-B85E-C3B7238852B6}"/>
              </a:ext>
            </a:extLst>
          </p:cNvPr>
          <p:cNvSpPr>
            <a:spLocks xmlns:a="http://schemas.openxmlformats.org/drawingml/2006/main" noGrp="1"/>
          </p:cNvSpPr>
          <p:nvPr/>
        </p:nvSpPr>
        <p:spPr>
          <a:xfrm xmlns:a="http://schemas.openxmlformats.org/drawingml/2006/main">
            <a:off x="609600" y="46863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4B8BE"/>
                </a:solidFill>
                <a:latin typeface="Arial"/>
                <a:ea typeface="Arial"/>
                <a:cs typeface="Arial"/>
              </a:defRPr>
            </a:defPPr>
            <a:lvl1pPr>
              <a:defRPr sz="1950" b="0">
                <a:solidFill>
                  <a:srgbClr val="A4B8BE"/>
                </a:solidFill>
                <a:latin typeface="Arial"/>
                <a:ea typeface="Arial"/>
                <a:cs typeface="Arial"/>
              </a:defRPr>
            </a:lvl1pPr>
            <a:lvl2pPr>
              <a:defRPr sz="1950" b="0">
                <a:solidFill>
                  <a:srgbClr val="A4B8BE"/>
                </a:solidFill>
                <a:latin typeface="Arial"/>
                <a:ea typeface="Arial"/>
                <a:cs typeface="Arial"/>
              </a:defRPr>
            </a:lvl2pPr>
            <a:lvl3pPr>
              <a:defRPr sz="1950" b="0">
                <a:solidFill>
                  <a:srgbClr val="A4B8BE"/>
                </a:solidFill>
                <a:latin typeface="Arial"/>
                <a:ea typeface="Arial"/>
                <a:cs typeface="Arial"/>
              </a:defRPr>
            </a:lvl3pPr>
            <a:lvl4pPr>
              <a:defRPr sz="1950" b="0">
                <a:solidFill>
                  <a:srgbClr val="A4B8BE"/>
                </a:solidFill>
                <a:latin typeface="Arial"/>
                <a:ea typeface="Arial"/>
                <a:cs typeface="Arial"/>
              </a:defRPr>
            </a:lvl4pPr>
            <a:lvl5pPr>
              <a:defRPr sz="1950" b="0">
                <a:solidFill>
                  <a:srgbClr val="A4B8BE"/>
                </a:solidFill>
                <a:latin typeface="Arial"/>
                <a:ea typeface="Arial"/>
                <a:cs typeface="Arial"/>
              </a:defRPr>
            </a:lvl5pPr>
            <a:lvl6pPr>
              <a:defRPr sz="1950" b="0">
                <a:solidFill>
                  <a:srgbClr val="A4B8BE"/>
                </a:solidFill>
                <a:latin typeface="Arial"/>
                <a:ea typeface="Arial"/>
                <a:cs typeface="Arial"/>
              </a:defRPr>
            </a:lvl6pPr>
            <a:lvl7pPr>
              <a:defRPr sz="1950" b="0">
                <a:solidFill>
                  <a:srgbClr val="A4B8BE"/>
                </a:solidFill>
                <a:latin typeface="Arial"/>
                <a:ea typeface="Arial"/>
                <a:cs typeface="Arial"/>
              </a:defRPr>
            </a:lvl7pPr>
            <a:lvl8pPr>
              <a:defRPr sz="1950" b="0">
                <a:solidFill>
                  <a:srgbClr val="A4B8BE"/>
                </a:solidFill>
                <a:latin typeface="Arial"/>
                <a:ea typeface="Arial"/>
                <a:cs typeface="Arial"/>
              </a:defRPr>
            </a:lvl8pPr>
            <a:lvl9pPr>
              <a:defRPr sz="1950" b="0">
                <a:solidFill>
                  <a:srgbClr val="A4B8BE"/>
                </a:solidFill>
                <a:latin typeface="Arial"/>
                <a:ea typeface="Arial"/>
                <a:cs typeface="Arial"/>
              </a:defRPr>
            </a:lvl9pPr>
          </a:lstStyle>
          <a:p xmlns:a="http://schemas.openxmlformats.org/drawingml/2006/main">
            <a:pPr>
              <a:defRPr sz="1950" b="0">
                <a:solidFill>
                  <a:srgbClr val="A4B8BE"/>
                </a:solidFill>
                <a:latin typeface="Arial"/>
                <a:ea typeface="Arial"/>
                <a:cs typeface="Arial"/>
              </a:defRPr>
            </a:pPr>
            <a:r>
              <a:rPr sz="1950" b="0">
                <a:solidFill>
                  <a:srgbClr val="A4B8BE"/>
                </a:solidFill>
                <a:latin typeface="Arial"/>
                <a:ea typeface="Arial"/>
                <a:cs typeface="Arial"/>
              </a:rPr>
              <a:t>Apple M1, 8 GiB RAM, macOS 26.3.1</a:t>
            </a:r>
          </a:p>
          <a:p xmlns:a="http://schemas.openxmlformats.org/drawingml/2006/main">
            <a:pPr>
              <a:defRPr sz="1950" b="0">
                <a:solidFill>
                  <a:srgbClr val="A4B8BE"/>
                </a:solidFill>
                <a:latin typeface="Arial"/>
                <a:ea typeface="Arial"/>
                <a:cs typeface="Arial"/>
              </a:defRPr>
            </a:pPr>
            <a:r>
              <a:rPr sz="1950" b="0">
                <a:solidFill>
                  <a:srgbClr val="A4B8BE"/>
                </a:solidFill>
                <a:latin typeface="Arial"/>
                <a:ea typeface="Arial"/>
                <a:cs typeface="Arial"/>
              </a:rPr>
              <a:t>1280 × 720, Release, VSync off, 12 s runs, first 2 s excluded</a:t>
            </a:r>
          </a:p>
        </p:txBody>
      </p:sp>
      <p:sp>
        <p:nvSpPr>
          <p:cNvPr id="5" name="">
            <a:extLst xmlns:a="http://schemas.openxmlformats.org/drawingml/2006/main">
              <a:ext uri="{FF2B5EF4-FFF2-40B4-BE49-F238E27FC236}">
                <a16:creationId xmlns:a16="http://schemas.microsoft.com/office/drawing/2014/main" id="{3B54F80D-C8B1-49DC-B3DA-04F84E20A927}"/>
              </a:ext>
            </a:extLst>
          </p:cNvPr>
          <p:cNvSpPr>
            <a:spLocks xmlns:a="http://schemas.openxmlformats.org/drawingml/2006/main" noGrp="1"/>
          </p:cNvSpPr>
          <p:nvPr/>
        </p:nvSpPr>
        <p:spPr>
          <a:xfrm xmlns:a="http://schemas.openxmlformats.org/drawingml/2006/main">
            <a:off x="609600" y="58102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7D1BE"/>
                </a:solidFill>
                <a:latin typeface="Arial"/>
                <a:ea typeface="Arial"/>
                <a:cs typeface="Arial"/>
              </a:defRPr>
            </a:defPPr>
            <a:lvl1pPr>
              <a:defRPr sz="2025" b="0">
                <a:solidFill>
                  <a:srgbClr val="67D1BE"/>
                </a:solidFill>
                <a:latin typeface="Arial"/>
                <a:ea typeface="Arial"/>
                <a:cs typeface="Arial"/>
              </a:defRPr>
            </a:lvl1pPr>
            <a:lvl2pPr>
              <a:defRPr sz="2025" b="0">
                <a:solidFill>
                  <a:srgbClr val="67D1BE"/>
                </a:solidFill>
                <a:latin typeface="Arial"/>
                <a:ea typeface="Arial"/>
                <a:cs typeface="Arial"/>
              </a:defRPr>
            </a:lvl2pPr>
            <a:lvl3pPr>
              <a:defRPr sz="2025" b="0">
                <a:solidFill>
                  <a:srgbClr val="67D1BE"/>
                </a:solidFill>
                <a:latin typeface="Arial"/>
                <a:ea typeface="Arial"/>
                <a:cs typeface="Arial"/>
              </a:defRPr>
            </a:lvl3pPr>
            <a:lvl4pPr>
              <a:defRPr sz="2025" b="0">
                <a:solidFill>
                  <a:srgbClr val="67D1BE"/>
                </a:solidFill>
                <a:latin typeface="Arial"/>
                <a:ea typeface="Arial"/>
                <a:cs typeface="Arial"/>
              </a:defRPr>
            </a:lvl4pPr>
            <a:lvl5pPr>
              <a:defRPr sz="2025" b="0">
                <a:solidFill>
                  <a:srgbClr val="67D1BE"/>
                </a:solidFill>
                <a:latin typeface="Arial"/>
                <a:ea typeface="Arial"/>
                <a:cs typeface="Arial"/>
              </a:defRPr>
            </a:lvl5pPr>
            <a:lvl6pPr>
              <a:defRPr sz="2025" b="0">
                <a:solidFill>
                  <a:srgbClr val="67D1BE"/>
                </a:solidFill>
                <a:latin typeface="Arial"/>
                <a:ea typeface="Arial"/>
                <a:cs typeface="Arial"/>
              </a:defRPr>
            </a:lvl6pPr>
            <a:lvl7pPr>
              <a:defRPr sz="2025" b="0">
                <a:solidFill>
                  <a:srgbClr val="67D1BE"/>
                </a:solidFill>
                <a:latin typeface="Arial"/>
                <a:ea typeface="Arial"/>
                <a:cs typeface="Arial"/>
              </a:defRPr>
            </a:lvl7pPr>
            <a:lvl8pPr>
              <a:defRPr sz="2025" b="0">
                <a:solidFill>
                  <a:srgbClr val="67D1BE"/>
                </a:solidFill>
                <a:latin typeface="Arial"/>
                <a:ea typeface="Arial"/>
                <a:cs typeface="Arial"/>
              </a:defRPr>
            </a:lvl8pPr>
            <a:lvl9pPr>
              <a:defRPr sz="2025" b="0">
                <a:solidFill>
                  <a:srgbClr val="67D1BE"/>
                </a:solidFill>
                <a:latin typeface="Arial"/>
                <a:ea typeface="Arial"/>
                <a:cs typeface="Arial"/>
              </a:defRPr>
            </a:lvl9pPr>
          </a:lstStyle>
          <a:p xmlns:a="http://schemas.openxmlformats.org/drawingml/2006/main">
            <a:pPr>
              <a:defRPr sz="2025" b="0">
                <a:solidFill>
                  <a:srgbClr val="67D1BE"/>
                </a:solidFill>
                <a:latin typeface="Arial"/>
                <a:ea typeface="Arial"/>
                <a:cs typeface="Arial"/>
              </a:defRPr>
            </a:pPr>
            <a:r>
              <a:rPr sz="2025" b="0">
                <a:solidFill>
                  <a:srgbClr val="67D1BE"/>
                </a:solidFill>
                <a:latin typeface="Arial"/>
                <a:ea typeface="Arial"/>
                <a:cs typeface="Arial"/>
              </a:rPr>
              <a:t>Simulation tests pass. TA-machine verification remains required.</a:t>
            </a:r>
          </a:p>
        </p:txBody>
      </p:sp>
    </p:spTree>
    <p:extLst>
      <p:ext uri="{BB962C8B-B14F-4D97-AF65-F5344CB8AC3E}">
        <p14:creationId xmlns:p14="http://schemas.microsoft.com/office/powerpoint/2010/main" val="1161758498"/>
      </p:ext>
    </p:extLst>
  </p:cSld>
</p:sld>
</file>

<file path=ppt/slides/slide10.xml><?xml version="1.0" encoding="utf-8"?>
<p:sld xmlns:p="http://schemas.openxmlformats.org/presentationml/2006/main">
  <p:cSld>
    <p:bg>
      <p:bgPr>
        <a:solidFill xmlns:a="http://schemas.openxmlformats.org/drawingml/2006/main">
          <a:srgbClr val="0B17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A573B88-3838-4050-A381-7A19AFDDEE5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8F0ED"/>
                </a:solidFill>
                <a:latin typeface="Arial"/>
                <a:ea typeface="Arial"/>
                <a:cs typeface="Arial"/>
              </a:defRPr>
            </a:defPPr>
            <a:lvl1pPr>
              <a:defRPr sz="3450" b="1">
                <a:solidFill>
                  <a:srgbClr val="E8F0ED"/>
                </a:solidFill>
                <a:latin typeface="Arial"/>
                <a:ea typeface="Arial"/>
                <a:cs typeface="Arial"/>
              </a:defRPr>
            </a:lvl1pPr>
            <a:lvl2pPr>
              <a:defRPr sz="3450" b="1">
                <a:solidFill>
                  <a:srgbClr val="E8F0ED"/>
                </a:solidFill>
                <a:latin typeface="Arial"/>
                <a:ea typeface="Arial"/>
                <a:cs typeface="Arial"/>
              </a:defRPr>
            </a:lvl2pPr>
            <a:lvl3pPr>
              <a:defRPr sz="3450" b="1">
                <a:solidFill>
                  <a:srgbClr val="E8F0ED"/>
                </a:solidFill>
                <a:latin typeface="Arial"/>
                <a:ea typeface="Arial"/>
                <a:cs typeface="Arial"/>
              </a:defRPr>
            </a:lvl3pPr>
            <a:lvl4pPr>
              <a:defRPr sz="3450" b="1">
                <a:solidFill>
                  <a:srgbClr val="E8F0ED"/>
                </a:solidFill>
                <a:latin typeface="Arial"/>
                <a:ea typeface="Arial"/>
                <a:cs typeface="Arial"/>
              </a:defRPr>
            </a:lvl4pPr>
            <a:lvl5pPr>
              <a:defRPr sz="3450" b="1">
                <a:solidFill>
                  <a:srgbClr val="E8F0ED"/>
                </a:solidFill>
                <a:latin typeface="Arial"/>
                <a:ea typeface="Arial"/>
                <a:cs typeface="Arial"/>
              </a:defRPr>
            </a:lvl5pPr>
            <a:lvl6pPr>
              <a:defRPr sz="3450" b="1">
                <a:solidFill>
                  <a:srgbClr val="E8F0ED"/>
                </a:solidFill>
                <a:latin typeface="Arial"/>
                <a:ea typeface="Arial"/>
                <a:cs typeface="Arial"/>
              </a:defRPr>
            </a:lvl6pPr>
            <a:lvl7pPr>
              <a:defRPr sz="3450" b="1">
                <a:solidFill>
                  <a:srgbClr val="E8F0ED"/>
                </a:solidFill>
                <a:latin typeface="Arial"/>
                <a:ea typeface="Arial"/>
                <a:cs typeface="Arial"/>
              </a:defRPr>
            </a:lvl7pPr>
            <a:lvl8pPr>
              <a:defRPr sz="3450" b="1">
                <a:solidFill>
                  <a:srgbClr val="E8F0ED"/>
                </a:solidFill>
                <a:latin typeface="Arial"/>
                <a:ea typeface="Arial"/>
                <a:cs typeface="Arial"/>
              </a:defRPr>
            </a:lvl8pPr>
            <a:lvl9pPr>
              <a:defRPr sz="3450" b="1">
                <a:solidFill>
                  <a:srgbClr val="E8F0ED"/>
                </a:solidFill>
                <a:latin typeface="Arial"/>
                <a:ea typeface="Arial"/>
                <a:cs typeface="Arial"/>
              </a:defRPr>
            </a:lvl9pPr>
          </a:lstStyle>
          <a:p xmlns:a="http://schemas.openxmlformats.org/drawingml/2006/main">
            <a:pPr>
              <a:defRPr sz="3450" b="1">
                <a:solidFill>
                  <a:srgbClr val="E8F0ED"/>
                </a:solidFill>
                <a:latin typeface="Arial"/>
                <a:ea typeface="Arial"/>
                <a:cs typeface="Arial"/>
              </a:defRPr>
            </a:pPr>
            <a:r>
              <a:rPr sz="3450" b="1">
                <a:solidFill>
                  <a:srgbClr val="E8F0ED"/>
                </a:solidFill>
                <a:latin typeface="Arial"/>
                <a:ea typeface="Arial"/>
                <a:cs typeface="Arial"/>
              </a:rPr>
              <a:t>Results, limitations and next steps</a:t>
            </a:r>
          </a:p>
        </p:txBody>
      </p:sp>
      <p:sp>
        <p:nvSpPr>
          <p:cNvPr id="2" name="">
            <a:extLst xmlns:a="http://schemas.openxmlformats.org/drawingml/2006/main">
              <a:ext uri="{FF2B5EF4-FFF2-40B4-BE49-F238E27FC236}">
                <a16:creationId xmlns:a16="http://schemas.microsoft.com/office/drawing/2014/main" id="{5C153362-FFD6-457D-8ECE-D866CCD97A61}"/>
              </a:ext>
            </a:extLst>
          </p:cNvPr>
          <p:cNvSpPr>
            <a:spLocks xmlns:a="http://schemas.openxmlformats.org/drawingml/2006/main" noGrp="1"/>
          </p:cNvSpPr>
          <p:nvPr/>
        </p:nvSpPr>
        <p:spPr>
          <a:xfrm xmlns:a="http://schemas.openxmlformats.org/drawingml/2006/main">
            <a:off x="1114425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4B8BE"/>
                </a:solidFill>
                <a:latin typeface="Arial"/>
                <a:ea typeface="Arial"/>
                <a:cs typeface="Arial"/>
              </a:defRPr>
            </a:defPPr>
            <a:lvl1pPr>
              <a:defRPr sz="1350" b="0">
                <a:solidFill>
                  <a:srgbClr val="A4B8BE"/>
                </a:solidFill>
                <a:latin typeface="Arial"/>
                <a:ea typeface="Arial"/>
                <a:cs typeface="Arial"/>
              </a:defRPr>
            </a:lvl1pPr>
            <a:lvl2pPr>
              <a:defRPr sz="1350" b="0">
                <a:solidFill>
                  <a:srgbClr val="A4B8BE"/>
                </a:solidFill>
                <a:latin typeface="Arial"/>
                <a:ea typeface="Arial"/>
                <a:cs typeface="Arial"/>
              </a:defRPr>
            </a:lvl2pPr>
            <a:lvl3pPr>
              <a:defRPr sz="1350" b="0">
                <a:solidFill>
                  <a:srgbClr val="A4B8BE"/>
                </a:solidFill>
                <a:latin typeface="Arial"/>
                <a:ea typeface="Arial"/>
                <a:cs typeface="Arial"/>
              </a:defRPr>
            </a:lvl3pPr>
            <a:lvl4pPr>
              <a:defRPr sz="1350" b="0">
                <a:solidFill>
                  <a:srgbClr val="A4B8BE"/>
                </a:solidFill>
                <a:latin typeface="Arial"/>
                <a:ea typeface="Arial"/>
                <a:cs typeface="Arial"/>
              </a:defRPr>
            </a:lvl4pPr>
            <a:lvl5pPr>
              <a:defRPr sz="1350" b="0">
                <a:solidFill>
                  <a:srgbClr val="A4B8BE"/>
                </a:solidFill>
                <a:latin typeface="Arial"/>
                <a:ea typeface="Arial"/>
                <a:cs typeface="Arial"/>
              </a:defRPr>
            </a:lvl5pPr>
            <a:lvl6pPr>
              <a:defRPr sz="1350" b="0">
                <a:solidFill>
                  <a:srgbClr val="A4B8BE"/>
                </a:solidFill>
                <a:latin typeface="Arial"/>
                <a:ea typeface="Arial"/>
                <a:cs typeface="Arial"/>
              </a:defRPr>
            </a:lvl6pPr>
            <a:lvl7pPr>
              <a:defRPr sz="1350" b="0">
                <a:solidFill>
                  <a:srgbClr val="A4B8BE"/>
                </a:solidFill>
                <a:latin typeface="Arial"/>
                <a:ea typeface="Arial"/>
                <a:cs typeface="Arial"/>
              </a:defRPr>
            </a:lvl7pPr>
            <a:lvl8pPr>
              <a:defRPr sz="1350" b="0">
                <a:solidFill>
                  <a:srgbClr val="A4B8BE"/>
                </a:solidFill>
                <a:latin typeface="Arial"/>
                <a:ea typeface="Arial"/>
                <a:cs typeface="Arial"/>
              </a:defRPr>
            </a:lvl8pPr>
            <a:lvl9pPr>
              <a:defRPr sz="1350" b="0">
                <a:solidFill>
                  <a:srgbClr val="A4B8BE"/>
                </a:solidFill>
                <a:latin typeface="Arial"/>
                <a:ea typeface="Arial"/>
                <a:cs typeface="Arial"/>
              </a:defRPr>
            </a:lvl9pPr>
          </a:lstStyle>
          <a:p xmlns:a="http://schemas.openxmlformats.org/drawingml/2006/main">
            <a:pPr>
              <a:defRPr sz="1350" b="0">
                <a:solidFill>
                  <a:srgbClr val="A4B8BE"/>
                </a:solidFill>
                <a:latin typeface="Arial"/>
                <a:ea typeface="Arial"/>
                <a:cs typeface="Arial"/>
              </a:defRPr>
            </a:pPr>
            <a:r>
              <a:rPr sz="1350" b="0">
                <a:solidFill>
                  <a:srgbClr val="A4B8BE"/>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88775F2E-58C0-4E78-B6AE-A32DFADAA225}"/>
              </a:ext>
            </a:extLst>
          </p:cNvPr>
          <p:cNvSpPr>
            <a:spLocks xmlns:a="http://schemas.openxmlformats.org/drawingml/2006/main" noGrp="1"/>
          </p:cNvSpPr>
          <p:nvPr/>
        </p:nvSpPr>
        <p:spPr>
          <a:xfrm xmlns:a="http://schemas.openxmlformats.org/drawingml/2006/main">
            <a:off x="609600" y="176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67D1BE"/>
                </a:solidFill>
                <a:latin typeface="Arial"/>
                <a:ea typeface="Arial"/>
                <a:cs typeface="Arial"/>
              </a:defRPr>
            </a:defPPr>
            <a:lvl1pPr>
              <a:defRPr sz="2700" b="1">
                <a:solidFill>
                  <a:srgbClr val="67D1BE"/>
                </a:solidFill>
                <a:latin typeface="Arial"/>
                <a:ea typeface="Arial"/>
                <a:cs typeface="Arial"/>
              </a:defRPr>
            </a:lvl1pPr>
            <a:lvl2pPr>
              <a:defRPr sz="2700" b="1">
                <a:solidFill>
                  <a:srgbClr val="67D1BE"/>
                </a:solidFill>
                <a:latin typeface="Arial"/>
                <a:ea typeface="Arial"/>
                <a:cs typeface="Arial"/>
              </a:defRPr>
            </a:lvl2pPr>
            <a:lvl3pPr>
              <a:defRPr sz="2700" b="1">
                <a:solidFill>
                  <a:srgbClr val="67D1BE"/>
                </a:solidFill>
                <a:latin typeface="Arial"/>
                <a:ea typeface="Arial"/>
                <a:cs typeface="Arial"/>
              </a:defRPr>
            </a:lvl3pPr>
            <a:lvl4pPr>
              <a:defRPr sz="2700" b="1">
                <a:solidFill>
                  <a:srgbClr val="67D1BE"/>
                </a:solidFill>
                <a:latin typeface="Arial"/>
                <a:ea typeface="Arial"/>
                <a:cs typeface="Arial"/>
              </a:defRPr>
            </a:lvl4pPr>
            <a:lvl5pPr>
              <a:defRPr sz="2700" b="1">
                <a:solidFill>
                  <a:srgbClr val="67D1BE"/>
                </a:solidFill>
                <a:latin typeface="Arial"/>
                <a:ea typeface="Arial"/>
                <a:cs typeface="Arial"/>
              </a:defRPr>
            </a:lvl5pPr>
            <a:lvl6pPr>
              <a:defRPr sz="2700" b="1">
                <a:solidFill>
                  <a:srgbClr val="67D1BE"/>
                </a:solidFill>
                <a:latin typeface="Arial"/>
                <a:ea typeface="Arial"/>
                <a:cs typeface="Arial"/>
              </a:defRPr>
            </a:lvl6pPr>
            <a:lvl7pPr>
              <a:defRPr sz="2700" b="1">
                <a:solidFill>
                  <a:srgbClr val="67D1BE"/>
                </a:solidFill>
                <a:latin typeface="Arial"/>
                <a:ea typeface="Arial"/>
                <a:cs typeface="Arial"/>
              </a:defRPr>
            </a:lvl7pPr>
            <a:lvl8pPr>
              <a:defRPr sz="2700" b="1">
                <a:solidFill>
                  <a:srgbClr val="67D1BE"/>
                </a:solidFill>
                <a:latin typeface="Arial"/>
                <a:ea typeface="Arial"/>
                <a:cs typeface="Arial"/>
              </a:defRPr>
            </a:lvl8pPr>
            <a:lvl9pPr>
              <a:defRPr sz="2700" b="1">
                <a:solidFill>
                  <a:srgbClr val="67D1BE"/>
                </a:solidFill>
                <a:latin typeface="Arial"/>
                <a:ea typeface="Arial"/>
                <a:cs typeface="Arial"/>
              </a:defRPr>
            </a:lvl9pPr>
          </a:lstStyle>
          <a:p xmlns:a="http://schemas.openxmlformats.org/drawingml/2006/main">
            <a:pPr>
              <a:defRPr sz="2700" b="1">
                <a:solidFill>
                  <a:srgbClr val="67D1BE"/>
                </a:solidFill>
                <a:latin typeface="Arial"/>
                <a:ea typeface="Arial"/>
                <a:cs typeface="Arial"/>
              </a:defRPr>
            </a:pPr>
            <a:r>
              <a:rPr sz="2700" b="1">
                <a:solidFill>
                  <a:srgbClr val="67D1BE"/>
                </a:solidFill>
                <a:latin typeface="Arial"/>
                <a:ea typeface="Arial"/>
                <a:cs typeface="Arial"/>
              </a:rPr>
              <a:t>A complete interactive launch</a:t>
            </a:r>
          </a:p>
        </p:txBody>
      </p:sp>
      <p:sp>
        <p:nvSpPr>
          <p:cNvPr id="4" name="">
            <a:extLst xmlns:a="http://schemas.openxmlformats.org/drawingml/2006/main">
              <a:ext uri="{FF2B5EF4-FFF2-40B4-BE49-F238E27FC236}">
                <a16:creationId xmlns:a16="http://schemas.microsoft.com/office/drawing/2014/main" id="{D77F0669-265B-4537-8FA7-0F632D3E163C}"/>
              </a:ext>
            </a:extLst>
          </p:cNvPr>
          <p:cNvSpPr>
            <a:spLocks xmlns:a="http://schemas.openxmlformats.org/drawingml/2006/main" noGrp="1"/>
          </p:cNvSpPr>
          <p:nvPr/>
        </p:nvSpPr>
        <p:spPr>
          <a:xfrm xmlns:a="http://schemas.openxmlformats.org/drawingml/2006/main">
            <a:off x="609600" y="25241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8F0ED"/>
                </a:solidFill>
                <a:latin typeface="Arial"/>
                <a:ea typeface="Arial"/>
                <a:cs typeface="Arial"/>
              </a:defRPr>
            </a:defPPr>
            <a:lvl1pPr>
              <a:defRPr sz="2250" b="0">
                <a:solidFill>
                  <a:srgbClr val="E8F0ED"/>
                </a:solidFill>
                <a:latin typeface="Arial"/>
                <a:ea typeface="Arial"/>
                <a:cs typeface="Arial"/>
              </a:defRPr>
            </a:lvl1pPr>
            <a:lvl2pPr>
              <a:defRPr sz="2250" b="0">
                <a:solidFill>
                  <a:srgbClr val="E8F0ED"/>
                </a:solidFill>
                <a:latin typeface="Arial"/>
                <a:ea typeface="Arial"/>
                <a:cs typeface="Arial"/>
              </a:defRPr>
            </a:lvl2pPr>
            <a:lvl3pPr>
              <a:defRPr sz="2250" b="0">
                <a:solidFill>
                  <a:srgbClr val="E8F0ED"/>
                </a:solidFill>
                <a:latin typeface="Arial"/>
                <a:ea typeface="Arial"/>
                <a:cs typeface="Arial"/>
              </a:defRPr>
            </a:lvl3pPr>
            <a:lvl4pPr>
              <a:defRPr sz="2250" b="0">
                <a:solidFill>
                  <a:srgbClr val="E8F0ED"/>
                </a:solidFill>
                <a:latin typeface="Arial"/>
                <a:ea typeface="Arial"/>
                <a:cs typeface="Arial"/>
              </a:defRPr>
            </a:lvl4pPr>
            <a:lvl5pPr>
              <a:defRPr sz="2250" b="0">
                <a:solidFill>
                  <a:srgbClr val="E8F0ED"/>
                </a:solidFill>
                <a:latin typeface="Arial"/>
                <a:ea typeface="Arial"/>
                <a:cs typeface="Arial"/>
              </a:defRPr>
            </a:lvl5pPr>
            <a:lvl6pPr>
              <a:defRPr sz="2250" b="0">
                <a:solidFill>
                  <a:srgbClr val="E8F0ED"/>
                </a:solidFill>
                <a:latin typeface="Arial"/>
                <a:ea typeface="Arial"/>
                <a:cs typeface="Arial"/>
              </a:defRPr>
            </a:lvl6pPr>
            <a:lvl7pPr>
              <a:defRPr sz="2250" b="0">
                <a:solidFill>
                  <a:srgbClr val="E8F0ED"/>
                </a:solidFill>
                <a:latin typeface="Arial"/>
                <a:ea typeface="Arial"/>
                <a:cs typeface="Arial"/>
              </a:defRPr>
            </a:lvl7pPr>
            <a:lvl8pPr>
              <a:defRPr sz="2250" b="0">
                <a:solidFill>
                  <a:srgbClr val="E8F0ED"/>
                </a:solidFill>
                <a:latin typeface="Arial"/>
                <a:ea typeface="Arial"/>
                <a:cs typeface="Arial"/>
              </a:defRPr>
            </a:lvl8pPr>
            <a:lvl9pPr>
              <a:defRPr sz="2250" b="0">
                <a:solidFill>
                  <a:srgbClr val="E8F0ED"/>
                </a:solidFill>
                <a:latin typeface="Arial"/>
                <a:ea typeface="Arial"/>
                <a:cs typeface="Arial"/>
              </a:defRPr>
            </a:lvl9pPr>
          </a:lstStyle>
          <a:p xmlns:a="http://schemas.openxmlformats.org/drawingml/2006/main">
            <a:pPr>
              <a:defRPr sz="2250" b="0">
                <a:solidFill>
                  <a:srgbClr val="E8F0ED"/>
                </a:solidFill>
                <a:latin typeface="Arial"/>
                <a:ea typeface="Arial"/>
                <a:cs typeface="Arial"/>
              </a:defRPr>
            </a:pPr>
            <a:r>
              <a:rPr sz="2250" b="0">
                <a:solidFill>
                  <a:srgbClr val="E8F0ED"/>
                </a:solidFill>
                <a:latin typeface="Arial"/>
                <a:ea typeface="Arial"/>
                <a:cs typeface="Arial"/>
              </a:rPr>
              <a:t>Working core pipeline and all three topic stretch features</a:t>
            </a:r>
          </a:p>
          <a:p xmlns:a="http://schemas.openxmlformats.org/drawingml/2006/main">
            <a:pPr>
              <a:defRPr sz="2250" b="0">
                <a:solidFill>
                  <a:srgbClr val="E8F0ED"/>
                </a:solidFill>
                <a:latin typeface="Arial"/>
                <a:ea typeface="Arial"/>
                <a:cs typeface="Arial"/>
              </a:defRPr>
            </a:pPr>
            <a:r>
              <a:rPr sz="2250" b="0">
                <a:solidFill>
                  <a:srgbClr val="E8F0ED"/>
                </a:solidFill>
                <a:latin typeface="Arial"/>
                <a:ea typeface="Arial"/>
                <a:cs typeface="Arial"/>
              </a:rPr>
              <a:t>Reproducible build, measured evidence and captioned demo</a:t>
            </a:r>
          </a:p>
        </p:txBody>
      </p:sp>
      <p:sp>
        <p:nvSpPr>
          <p:cNvPr id="5" name="">
            <a:extLst xmlns:a="http://schemas.openxmlformats.org/drawingml/2006/main">
              <a:ext uri="{FF2B5EF4-FFF2-40B4-BE49-F238E27FC236}">
                <a16:creationId xmlns:a16="http://schemas.microsoft.com/office/drawing/2014/main" id="{3A2FBCE5-EB89-464B-8A81-2528E1BE4BB5}"/>
              </a:ext>
            </a:extLst>
          </p:cNvPr>
          <p:cNvSpPr>
            <a:spLocks xmlns:a="http://schemas.openxmlformats.org/drawingml/2006/main" noGrp="1"/>
          </p:cNvSpPr>
          <p:nvPr/>
        </p:nvSpPr>
        <p:spPr>
          <a:xfrm xmlns:a="http://schemas.openxmlformats.org/drawingml/2006/main">
            <a:off x="609600" y="40481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E7A063"/>
                </a:solidFill>
                <a:latin typeface="Arial"/>
                <a:ea typeface="Arial"/>
                <a:cs typeface="Arial"/>
              </a:defRPr>
            </a:defPPr>
            <a:lvl1pPr>
              <a:defRPr sz="2325" b="1">
                <a:solidFill>
                  <a:srgbClr val="E7A063"/>
                </a:solidFill>
                <a:latin typeface="Arial"/>
                <a:ea typeface="Arial"/>
                <a:cs typeface="Arial"/>
              </a:defRPr>
            </a:lvl1pPr>
            <a:lvl2pPr>
              <a:defRPr sz="2325" b="1">
                <a:solidFill>
                  <a:srgbClr val="E7A063"/>
                </a:solidFill>
                <a:latin typeface="Arial"/>
                <a:ea typeface="Arial"/>
                <a:cs typeface="Arial"/>
              </a:defRPr>
            </a:lvl2pPr>
            <a:lvl3pPr>
              <a:defRPr sz="2325" b="1">
                <a:solidFill>
                  <a:srgbClr val="E7A063"/>
                </a:solidFill>
                <a:latin typeface="Arial"/>
                <a:ea typeface="Arial"/>
                <a:cs typeface="Arial"/>
              </a:defRPr>
            </a:lvl3pPr>
            <a:lvl4pPr>
              <a:defRPr sz="2325" b="1">
                <a:solidFill>
                  <a:srgbClr val="E7A063"/>
                </a:solidFill>
                <a:latin typeface="Arial"/>
                <a:ea typeface="Arial"/>
                <a:cs typeface="Arial"/>
              </a:defRPr>
            </a:lvl4pPr>
            <a:lvl5pPr>
              <a:defRPr sz="2325" b="1">
                <a:solidFill>
                  <a:srgbClr val="E7A063"/>
                </a:solidFill>
                <a:latin typeface="Arial"/>
                <a:ea typeface="Arial"/>
                <a:cs typeface="Arial"/>
              </a:defRPr>
            </a:lvl5pPr>
            <a:lvl6pPr>
              <a:defRPr sz="2325" b="1">
                <a:solidFill>
                  <a:srgbClr val="E7A063"/>
                </a:solidFill>
                <a:latin typeface="Arial"/>
                <a:ea typeface="Arial"/>
                <a:cs typeface="Arial"/>
              </a:defRPr>
            </a:lvl6pPr>
            <a:lvl7pPr>
              <a:defRPr sz="2325" b="1">
                <a:solidFill>
                  <a:srgbClr val="E7A063"/>
                </a:solidFill>
                <a:latin typeface="Arial"/>
                <a:ea typeface="Arial"/>
                <a:cs typeface="Arial"/>
              </a:defRPr>
            </a:lvl7pPr>
            <a:lvl8pPr>
              <a:defRPr sz="2325" b="1">
                <a:solidFill>
                  <a:srgbClr val="E7A063"/>
                </a:solidFill>
                <a:latin typeface="Arial"/>
                <a:ea typeface="Arial"/>
                <a:cs typeface="Arial"/>
              </a:defRPr>
            </a:lvl8pPr>
            <a:lvl9pPr>
              <a:defRPr sz="2325" b="1">
                <a:solidFill>
                  <a:srgbClr val="E7A063"/>
                </a:solidFill>
                <a:latin typeface="Arial"/>
                <a:ea typeface="Arial"/>
                <a:cs typeface="Arial"/>
              </a:defRPr>
            </a:lvl9pPr>
          </a:lstStyle>
          <a:p xmlns:a="http://schemas.openxmlformats.org/drawingml/2006/main">
            <a:pPr>
              <a:defRPr sz="2325" b="1">
                <a:solidFill>
                  <a:srgbClr val="E7A063"/>
                </a:solidFill>
                <a:latin typeface="Arial"/>
                <a:ea typeface="Arial"/>
                <a:cs typeface="Arial"/>
              </a:defRPr>
            </a:pPr>
            <a:r>
              <a:rPr sz="2325" b="1">
                <a:solidFill>
                  <a:srgbClr val="E7A063"/>
                </a:solidFill>
                <a:latin typeface="Arial"/>
                <a:ea typeface="Arial"/>
                <a:cs typeface="Arial"/>
              </a:rPr>
              <a:t>Next graphics work</a:t>
            </a:r>
          </a:p>
        </p:txBody>
      </p:sp>
      <p:sp>
        <p:nvSpPr>
          <p:cNvPr id="6" name="">
            <a:extLst xmlns:a="http://schemas.openxmlformats.org/drawingml/2006/main">
              <a:ext uri="{FF2B5EF4-FFF2-40B4-BE49-F238E27FC236}">
                <a16:creationId xmlns:a16="http://schemas.microsoft.com/office/drawing/2014/main" id="{05A77A12-192E-4190-BE94-7CEA2678CCAF}"/>
              </a:ext>
            </a:extLst>
          </p:cNvPr>
          <p:cNvSpPr>
            <a:spLocks xmlns:a="http://schemas.openxmlformats.org/drawingml/2006/main" noGrp="1"/>
          </p:cNvSpPr>
          <p:nvPr/>
        </p:nvSpPr>
        <p:spPr>
          <a:xfrm xmlns:a="http://schemas.openxmlformats.org/drawingml/2006/main">
            <a:off x="609600" y="46482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E8F0ED"/>
                </a:solidFill>
                <a:latin typeface="Arial"/>
                <a:ea typeface="Arial"/>
                <a:cs typeface="Arial"/>
              </a:defRPr>
            </a:defPPr>
            <a:lvl1pPr>
              <a:defRPr sz="2175" b="0">
                <a:solidFill>
                  <a:srgbClr val="E8F0ED"/>
                </a:solidFill>
                <a:latin typeface="Arial"/>
                <a:ea typeface="Arial"/>
                <a:cs typeface="Arial"/>
              </a:defRPr>
            </a:lvl1pPr>
            <a:lvl2pPr>
              <a:defRPr sz="2175" b="0">
                <a:solidFill>
                  <a:srgbClr val="E8F0ED"/>
                </a:solidFill>
                <a:latin typeface="Arial"/>
                <a:ea typeface="Arial"/>
                <a:cs typeface="Arial"/>
              </a:defRPr>
            </a:lvl2pPr>
            <a:lvl3pPr>
              <a:defRPr sz="2175" b="0">
                <a:solidFill>
                  <a:srgbClr val="E8F0ED"/>
                </a:solidFill>
                <a:latin typeface="Arial"/>
                <a:ea typeface="Arial"/>
                <a:cs typeface="Arial"/>
              </a:defRPr>
            </a:lvl3pPr>
            <a:lvl4pPr>
              <a:defRPr sz="2175" b="0">
                <a:solidFill>
                  <a:srgbClr val="E8F0ED"/>
                </a:solidFill>
                <a:latin typeface="Arial"/>
                <a:ea typeface="Arial"/>
                <a:cs typeface="Arial"/>
              </a:defRPr>
            </a:lvl4pPr>
            <a:lvl5pPr>
              <a:defRPr sz="2175" b="0">
                <a:solidFill>
                  <a:srgbClr val="E8F0ED"/>
                </a:solidFill>
                <a:latin typeface="Arial"/>
                <a:ea typeface="Arial"/>
                <a:cs typeface="Arial"/>
              </a:defRPr>
            </a:lvl5pPr>
            <a:lvl6pPr>
              <a:defRPr sz="2175" b="0">
                <a:solidFill>
                  <a:srgbClr val="E8F0ED"/>
                </a:solidFill>
                <a:latin typeface="Arial"/>
                <a:ea typeface="Arial"/>
                <a:cs typeface="Arial"/>
              </a:defRPr>
            </a:lvl6pPr>
            <a:lvl7pPr>
              <a:defRPr sz="2175" b="0">
                <a:solidFill>
                  <a:srgbClr val="E8F0ED"/>
                </a:solidFill>
                <a:latin typeface="Arial"/>
                <a:ea typeface="Arial"/>
                <a:cs typeface="Arial"/>
              </a:defRPr>
            </a:lvl7pPr>
            <a:lvl8pPr>
              <a:defRPr sz="2175" b="0">
                <a:solidFill>
                  <a:srgbClr val="E8F0ED"/>
                </a:solidFill>
                <a:latin typeface="Arial"/>
                <a:ea typeface="Arial"/>
                <a:cs typeface="Arial"/>
              </a:defRPr>
            </a:lvl8pPr>
            <a:lvl9pPr>
              <a:defRPr sz="2175" b="0">
                <a:solidFill>
                  <a:srgbClr val="E8F0ED"/>
                </a:solidFill>
                <a:latin typeface="Arial"/>
                <a:ea typeface="Arial"/>
                <a:cs typeface="Arial"/>
              </a:defRPr>
            </a:lvl9pPr>
          </a:lstStyle>
          <a:p xmlns:a="http://schemas.openxmlformats.org/drawingml/2006/main">
            <a:pPr>
              <a:defRPr sz="2175" b="0">
                <a:solidFill>
                  <a:srgbClr val="E8F0ED"/>
                </a:solidFill>
                <a:latin typeface="Arial"/>
                <a:ea typeface="Arial"/>
                <a:cs typeface="Arial"/>
              </a:defRPr>
            </a:pPr>
            <a:r>
              <a:rPr sz="2175" b="0">
                <a:solidFill>
                  <a:srgbClr val="E8F0ED"/>
                </a:solidFill>
                <a:latin typeface="Arial"/>
                <a:ea typeface="Arial"/>
                <a:cs typeface="Arial"/>
              </a:rPr>
              <a:t>Shadows, curl-noise smoke</a:t>
            </a:r>
          </a:p>
          <a:p xmlns:a="http://schemas.openxmlformats.org/drawingml/2006/main">
            <a:pPr>
              <a:defRPr sz="2175" b="0">
                <a:solidFill>
                  <a:srgbClr val="E8F0ED"/>
                </a:solidFill>
                <a:latin typeface="Arial"/>
                <a:ea typeface="Arial"/>
                <a:cs typeface="Arial"/>
              </a:defRPr>
            </a:pPr>
            <a:r>
              <a:rPr sz="2175" b="0">
                <a:solidFill>
                  <a:srgbClr val="E8F0ED"/>
                </a:solidFill>
                <a:latin typeface="Arial"/>
                <a:ea typeface="Arial"/>
                <a:cs typeface="Arial"/>
              </a:rPr>
              <a:t>and physical atmosphere</a:t>
            </a:r>
          </a:p>
        </p:txBody>
      </p:sp>
      <p:sp>
        <p:nvSpPr>
          <p:cNvPr id="7" name="">
            <a:extLst xmlns:a="http://schemas.openxmlformats.org/drawingml/2006/main">
              <a:ext uri="{FF2B5EF4-FFF2-40B4-BE49-F238E27FC236}">
                <a16:creationId xmlns:a16="http://schemas.microsoft.com/office/drawing/2014/main" id="{D1E20059-7A97-4677-9284-2CC8BFF265EF}"/>
              </a:ext>
            </a:extLst>
          </p:cNvPr>
          <p:cNvSpPr>
            <a:spLocks xmlns:a="http://schemas.openxmlformats.org/drawingml/2006/main" noGrp="1"/>
          </p:cNvSpPr>
          <p:nvPr/>
        </p:nvSpPr>
        <p:spPr>
          <a:xfrm xmlns:a="http://schemas.openxmlformats.org/drawingml/2006/main">
            <a:off x="6477000" y="40481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E7A063"/>
                </a:solidFill>
                <a:latin typeface="Arial"/>
                <a:ea typeface="Arial"/>
                <a:cs typeface="Arial"/>
              </a:defRPr>
            </a:defPPr>
            <a:lvl1pPr>
              <a:defRPr sz="2325" b="1">
                <a:solidFill>
                  <a:srgbClr val="E7A063"/>
                </a:solidFill>
                <a:latin typeface="Arial"/>
                <a:ea typeface="Arial"/>
                <a:cs typeface="Arial"/>
              </a:defRPr>
            </a:lvl1pPr>
            <a:lvl2pPr>
              <a:defRPr sz="2325" b="1">
                <a:solidFill>
                  <a:srgbClr val="E7A063"/>
                </a:solidFill>
                <a:latin typeface="Arial"/>
                <a:ea typeface="Arial"/>
                <a:cs typeface="Arial"/>
              </a:defRPr>
            </a:lvl2pPr>
            <a:lvl3pPr>
              <a:defRPr sz="2325" b="1">
                <a:solidFill>
                  <a:srgbClr val="E7A063"/>
                </a:solidFill>
                <a:latin typeface="Arial"/>
                <a:ea typeface="Arial"/>
                <a:cs typeface="Arial"/>
              </a:defRPr>
            </a:lvl3pPr>
            <a:lvl4pPr>
              <a:defRPr sz="2325" b="1">
                <a:solidFill>
                  <a:srgbClr val="E7A063"/>
                </a:solidFill>
                <a:latin typeface="Arial"/>
                <a:ea typeface="Arial"/>
                <a:cs typeface="Arial"/>
              </a:defRPr>
            </a:lvl4pPr>
            <a:lvl5pPr>
              <a:defRPr sz="2325" b="1">
                <a:solidFill>
                  <a:srgbClr val="E7A063"/>
                </a:solidFill>
                <a:latin typeface="Arial"/>
                <a:ea typeface="Arial"/>
                <a:cs typeface="Arial"/>
              </a:defRPr>
            </a:lvl5pPr>
            <a:lvl6pPr>
              <a:defRPr sz="2325" b="1">
                <a:solidFill>
                  <a:srgbClr val="E7A063"/>
                </a:solidFill>
                <a:latin typeface="Arial"/>
                <a:ea typeface="Arial"/>
                <a:cs typeface="Arial"/>
              </a:defRPr>
            </a:lvl6pPr>
            <a:lvl7pPr>
              <a:defRPr sz="2325" b="1">
                <a:solidFill>
                  <a:srgbClr val="E7A063"/>
                </a:solidFill>
                <a:latin typeface="Arial"/>
                <a:ea typeface="Arial"/>
                <a:cs typeface="Arial"/>
              </a:defRPr>
            </a:lvl7pPr>
            <a:lvl8pPr>
              <a:defRPr sz="2325" b="1">
                <a:solidFill>
                  <a:srgbClr val="E7A063"/>
                </a:solidFill>
                <a:latin typeface="Arial"/>
                <a:ea typeface="Arial"/>
                <a:cs typeface="Arial"/>
              </a:defRPr>
            </a:lvl8pPr>
            <a:lvl9pPr>
              <a:defRPr sz="2325" b="1">
                <a:solidFill>
                  <a:srgbClr val="E7A063"/>
                </a:solidFill>
                <a:latin typeface="Arial"/>
                <a:ea typeface="Arial"/>
                <a:cs typeface="Arial"/>
              </a:defRPr>
            </a:lvl9pPr>
          </a:lstStyle>
          <a:p xmlns:a="http://schemas.openxmlformats.org/drawingml/2006/main">
            <a:pPr>
              <a:defRPr sz="2325" b="1">
                <a:solidFill>
                  <a:srgbClr val="E7A063"/>
                </a:solidFill>
                <a:latin typeface="Arial"/>
                <a:ea typeface="Arial"/>
                <a:cs typeface="Arial"/>
              </a:defRPr>
            </a:pPr>
            <a:r>
              <a:rPr sz="2325" b="1">
                <a:solidFill>
                  <a:srgbClr val="E7A063"/>
                </a:solidFill>
                <a:latin typeface="Arial"/>
                <a:ea typeface="Arial"/>
                <a:cs typeface="Arial"/>
              </a:rPr>
              <a:t>AI use and team review</a:t>
            </a:r>
          </a:p>
        </p:txBody>
      </p:sp>
      <p:sp>
        <p:nvSpPr>
          <p:cNvPr id="8" name="">
            <a:extLst xmlns:a="http://schemas.openxmlformats.org/drawingml/2006/main">
              <a:ext uri="{FF2B5EF4-FFF2-40B4-BE49-F238E27FC236}">
                <a16:creationId xmlns:a16="http://schemas.microsoft.com/office/drawing/2014/main" id="{C684FD22-6A7E-4426-B69D-D845011F0FCD}"/>
              </a:ext>
            </a:extLst>
          </p:cNvPr>
          <p:cNvSpPr>
            <a:spLocks xmlns:a="http://schemas.openxmlformats.org/drawingml/2006/main" noGrp="1"/>
          </p:cNvSpPr>
          <p:nvPr/>
        </p:nvSpPr>
        <p:spPr>
          <a:xfrm xmlns:a="http://schemas.openxmlformats.org/drawingml/2006/main">
            <a:off x="6477000" y="46482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8F0ED"/>
                </a:solidFill>
                <a:latin typeface="Arial"/>
                <a:ea typeface="Arial"/>
                <a:cs typeface="Arial"/>
              </a:defRPr>
            </a:defPPr>
            <a:lvl1pPr>
              <a:defRPr sz="2025" b="0">
                <a:solidFill>
                  <a:srgbClr val="E8F0ED"/>
                </a:solidFill>
                <a:latin typeface="Arial"/>
                <a:ea typeface="Arial"/>
                <a:cs typeface="Arial"/>
              </a:defRPr>
            </a:lvl1pPr>
            <a:lvl2pPr>
              <a:defRPr sz="2025" b="0">
                <a:solidFill>
                  <a:srgbClr val="E8F0ED"/>
                </a:solidFill>
                <a:latin typeface="Arial"/>
                <a:ea typeface="Arial"/>
                <a:cs typeface="Arial"/>
              </a:defRPr>
            </a:lvl2pPr>
            <a:lvl3pPr>
              <a:defRPr sz="2025" b="0">
                <a:solidFill>
                  <a:srgbClr val="E8F0ED"/>
                </a:solidFill>
                <a:latin typeface="Arial"/>
                <a:ea typeface="Arial"/>
                <a:cs typeface="Arial"/>
              </a:defRPr>
            </a:lvl3pPr>
            <a:lvl4pPr>
              <a:defRPr sz="2025" b="0">
                <a:solidFill>
                  <a:srgbClr val="E8F0ED"/>
                </a:solidFill>
                <a:latin typeface="Arial"/>
                <a:ea typeface="Arial"/>
                <a:cs typeface="Arial"/>
              </a:defRPr>
            </a:lvl4pPr>
            <a:lvl5pPr>
              <a:defRPr sz="2025" b="0">
                <a:solidFill>
                  <a:srgbClr val="E8F0ED"/>
                </a:solidFill>
                <a:latin typeface="Arial"/>
                <a:ea typeface="Arial"/>
                <a:cs typeface="Arial"/>
              </a:defRPr>
            </a:lvl5pPr>
            <a:lvl6pPr>
              <a:defRPr sz="2025" b="0">
                <a:solidFill>
                  <a:srgbClr val="E8F0ED"/>
                </a:solidFill>
                <a:latin typeface="Arial"/>
                <a:ea typeface="Arial"/>
                <a:cs typeface="Arial"/>
              </a:defRPr>
            </a:lvl6pPr>
            <a:lvl7pPr>
              <a:defRPr sz="2025" b="0">
                <a:solidFill>
                  <a:srgbClr val="E8F0ED"/>
                </a:solidFill>
                <a:latin typeface="Arial"/>
                <a:ea typeface="Arial"/>
                <a:cs typeface="Arial"/>
              </a:defRPr>
            </a:lvl7pPr>
            <a:lvl8pPr>
              <a:defRPr sz="2025" b="0">
                <a:solidFill>
                  <a:srgbClr val="E8F0ED"/>
                </a:solidFill>
                <a:latin typeface="Arial"/>
                <a:ea typeface="Arial"/>
                <a:cs typeface="Arial"/>
              </a:defRPr>
            </a:lvl8pPr>
            <a:lvl9pPr>
              <a:defRPr sz="2025" b="0">
                <a:solidFill>
                  <a:srgbClr val="E8F0ED"/>
                </a:solidFill>
                <a:latin typeface="Arial"/>
                <a:ea typeface="Arial"/>
                <a:cs typeface="Arial"/>
              </a:defRPr>
            </a:lvl9pPr>
          </a:lstStyle>
          <a:p xmlns:a="http://schemas.openxmlformats.org/drawingml/2006/main">
            <a:pPr>
              <a:defRPr sz="2025" b="0">
                <a:solidFill>
                  <a:srgbClr val="E8F0ED"/>
                </a:solidFill>
                <a:latin typeface="Arial"/>
                <a:ea typeface="Arial"/>
                <a:cs typeface="Arial"/>
              </a:defRPr>
            </a:pPr>
            <a:r>
              <a:rPr sz="2025" b="0">
                <a:solidFill>
                  <a:srgbClr val="E8F0ED"/>
                </a:solidFill>
                <a:latin typeface="Arial"/>
                <a:ea typeface="Arial"/>
                <a:cs typeface="Arial"/>
              </a:rPr>
              <a:t>Substantial Codex assistance disclosed</a:t>
            </a:r>
          </a:p>
          <a:p xmlns:a="http://schemas.openxmlformats.org/drawingml/2006/main">
            <a:pPr>
              <a:defRPr sz="2025" b="0">
                <a:solidFill>
                  <a:srgbClr val="E8F0ED"/>
                </a:solidFill>
                <a:latin typeface="Arial"/>
                <a:ea typeface="Arial"/>
                <a:cs typeface="Arial"/>
              </a:defRPr>
            </a:pPr>
            <a:r>
              <a:rPr sz="2025" b="0">
                <a:solidFill>
                  <a:srgbClr val="E8F0ED"/>
                </a:solidFill>
                <a:latin typeface="Arial"/>
                <a:ea typeface="Arial"/>
                <a:cs typeface="Arial"/>
              </a:rPr>
              <a:t>Each member must verify and explain the code</a:t>
            </a:r>
          </a:p>
        </p:txBody>
      </p:sp>
    </p:spTree>
    <p:extLst>
      <p:ext uri="{BB962C8B-B14F-4D97-AF65-F5344CB8AC3E}">
        <p14:creationId xmlns:p14="http://schemas.microsoft.com/office/powerpoint/2010/main" val="6922201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2026-10-21T05:30:56.1570000Z</dcterms:created>
  <dcterms:modified xsi:type="dcterms:W3CDTF">2026-10-21T05:30:56.1570000Z</dcterms:modified>
</coreProperties>
</file>